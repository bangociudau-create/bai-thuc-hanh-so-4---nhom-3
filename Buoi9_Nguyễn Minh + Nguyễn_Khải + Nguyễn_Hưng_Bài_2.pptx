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7E22E-B560-4087-BC9D-40EE10A21FEB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58EE9-CE2A-4EA6-B8CD-3B1D8681E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47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A5E5067B-9034-42FE-8F9E-6F27F1CAD3D6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6F691988-0941-4093-9982-F89BC151D771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EFC60E1C-7ED2-49DD-B7C0-00A9AB2DFD7F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E58B4244-8998-4A32-856D-7071C9B84BEC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A4D4AD5-4F50-4B86-9F8C-391620001334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7021F7C0-05FF-4646-AC2C-5B5C53DD199B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96A9664D-D0A3-4EBD-A903-9AFB60A43653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F6FD79B-05A9-42E7-9016-093D10183E02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CA7608A4-030B-4DF8-8731-FC52A625DD57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BE894AF2-845B-4871-8CB7-CD0426DAF3BA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1FC2E085-3945-41F0-8A0B-7906EC5E230F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26A8BC5-55DD-400C-94B2-8C3AF66D4FBE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A3311FFB-7468-4F11-A661-1F839348AFF9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EB464AF3-83E1-4F72-AD6F-69E77C14D8C0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21B9D98-EEE8-4491-9C7A-48C6B5233362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A02CDA79-07F8-435C-8C9F-8B86107E2713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24DE452C-F70D-4AD0-8E9C-2DDA3930622B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0"/>
            <a:ext cx="2190750" cy="20859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⁃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3068876" y="1122363"/>
            <a:ext cx="6064686" cy="23145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ĐẠI HỌC CẦN THƠ - QUÁ TRÌNH HÌNH THÀNH VÀ PHÁT TRIỂN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2000" b="1" dirty="0">
                <a:solidFill>
                  <a:schemeClr val="bg1">
                    <a:lumMod val="49000"/>
                  </a:schemeClr>
                </a:solidFill>
                <a:latin typeface="Times New Roman"/>
                <a:cs typeface="Arial"/>
              </a:rPr>
              <a:t>TS.NGUYỄN VĂN A</a:t>
            </a:r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xmlns="" id="{B5FE8B21-8855-B5B8-B669-2AC84B5E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956" y="5991008"/>
            <a:ext cx="4114800" cy="365125"/>
          </a:xfrm>
        </p:spPr>
        <p:txBody>
          <a:bodyPr/>
          <a:lstStyle/>
          <a:p>
            <a:pPr algn="l"/>
            <a:r>
              <a:rPr lang="vi-VN" sz="2400" b="1" dirty="0">
                <a:solidFill>
                  <a:schemeClr val="tx1"/>
                </a:solidFill>
                <a:latin typeface="Times New Roman"/>
                <a:cs typeface="Arial"/>
              </a:rPr>
              <a:t>Giới thiệu Đại học Cần Thơ</a:t>
            </a:r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xmlns="" id="{9557E226-7E9F-2F91-8588-B1B9AF90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1668" y="5991008"/>
            <a:ext cx="2743200" cy="365125"/>
          </a:xfrm>
        </p:spPr>
        <p:txBody>
          <a:bodyPr/>
          <a:lstStyle/>
          <a:p>
            <a:r>
              <a:rPr lang="vi-VN" sz="2000" b="1" dirty="0">
                <a:solidFill>
                  <a:schemeClr val="tx1"/>
                </a:solidFill>
                <a:latin typeface="Times New Roman"/>
                <a:cs typeface="Arial"/>
              </a:rPr>
              <a:t>1</a:t>
            </a:r>
            <a:endParaRPr lang="vi-VN" sz="2000" b="1">
              <a:solidFill>
                <a:schemeClr val="tx1"/>
              </a:solidFill>
              <a:latin typeface="Times New Roman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B751A308-7788-C4AC-DE55-75FE143B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cs typeface="Times New Roman"/>
              </a:rPr>
              <a:t>NỘI DUNG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EFE35730-F454-938A-558D-6E715D92A93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latin typeface="Times New Roman"/>
                <a:cs typeface="Arial"/>
              </a:rPr>
              <a:t>THỜI KỲ VIỆN ĐẠI HỌC CẦN THƠ (1966 – 1975)</a:t>
            </a:r>
          </a:p>
          <a:p>
            <a:r>
              <a:rPr lang="vi-VN" sz="3200" b="1" dirty="0">
                <a:latin typeface="Times New Roman"/>
                <a:cs typeface="Arial"/>
              </a:rPr>
              <a:t>ĐHCT GIAI ĐOẠN SAU NĂM 1975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23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C3E2E0C7-A03D-E8DC-222B-15D0E360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THỜI KỲ VIỆN ĐẠI HỌC CẦN THƠ (1966 - 1975)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71548446-3EFF-EAD1-839C-C9D2318BA6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dirty="0">
                <a:latin typeface="Times New Roman"/>
                <a:ea typeface="+mn-lt"/>
                <a:cs typeface="Arial"/>
              </a:rPr>
              <a:t>ĐƯỢC THÀNH LẬP NGÀY 31 THÁNG 03 NĂM 1966</a:t>
            </a:r>
            <a:endParaRPr lang="vi-VN">
              <a:latin typeface="Times New Roman"/>
              <a:cs typeface="Arial"/>
            </a:endParaRPr>
          </a:p>
          <a:p>
            <a:r>
              <a:rPr lang="vi-VN" dirty="0">
                <a:latin typeface="Times New Roman"/>
                <a:ea typeface="+mn-lt"/>
                <a:cs typeface="Arial"/>
              </a:rPr>
              <a:t>VIỆN ĐẠI HỌC CẦN THƠ CÓ BỐN KHOA: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KHOA HỌC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LUẬT KHOA </a:t>
            </a:r>
            <a:endParaRPr lang="vi-VN">
              <a:latin typeface="Times New Roman"/>
              <a:cs typeface="Arial"/>
            </a:endParaRP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KHOA HỌC XÃ HỘI, VĂN KHOA, SƯ PHẠM</a:t>
            </a:r>
          </a:p>
          <a:p>
            <a:pPr lvl="1"/>
            <a:r>
              <a:rPr lang="vi-VN" dirty="0">
                <a:latin typeface="Times New Roman"/>
                <a:ea typeface="+mn-lt"/>
                <a:cs typeface="Arial"/>
              </a:rPr>
              <a:t>CAO ĐẲNG NÔNG NGHIỆP VÀ TRUNG TÂM SINH NGỮ</a:t>
            </a:r>
            <a:endParaRPr lang="vi-VN">
              <a:latin typeface="Times New Roman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vi-VN" dirty="0">
              <a:latin typeface="Times New Roman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vi-VN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734A10B0-1CE0-FD65-9899-D0F89941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D0CC4E41-B466-B972-F8B2-7F66F277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575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F1A1D789-5920-6093-F146-011ABE80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THỜI KỲ VIỆN ĐẠI HỌC CẦN THƠ (1966 - 1975)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B6A98E89-50EF-2068-4CC1-A8187ABF550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dirty="0">
                <a:latin typeface="Times New Roman"/>
                <a:ea typeface="+mn-lt"/>
                <a:cs typeface="Arial"/>
              </a:rPr>
              <a:t>CƠ SỞ VẬT CHẤT CỦA VIỆN ĐẠI HỌC CẦN THƠ TỌA LẠC TRÊN 4 ĐỊA ĐIỂM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TÒA VIỆN TRƯỞNG (SỐ 5, ĐẠI LỘ HÒA BÌNH)</a:t>
            </a:r>
            <a:endParaRPr lang="en-US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 (ĐƯỜNG 30/4)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II: (ĐƯỜNG 3/2)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KHU III: (SỐ 1, LÝ TỰ TRỌNG)</a:t>
            </a:r>
            <a:endParaRPr lang="vi-VN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0953A8D5-E423-1533-A246-BFD8C4C1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4A930247-039E-3ED1-E41C-1C9A10B0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300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B49D67E8-1546-AEBF-4E1A-2A7116FC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058D35E4-3FCE-3A7B-BCA3-1A52311320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dirty="0">
                <a:latin typeface="Times New Roman"/>
                <a:ea typeface="+mn-lt"/>
                <a:cs typeface="Arial"/>
              </a:rPr>
              <a:t>VIỆN ĐẠI HỌC CẦN THƠ ĐƯỢC ĐỔI THÀNH ĐHCT</a:t>
            </a:r>
            <a:endParaRPr lang="vi-VN" sz="3200">
              <a:latin typeface="Times New Roman"/>
              <a:cs typeface="Arial"/>
            </a:endParaRPr>
          </a:p>
          <a:p>
            <a:r>
              <a:rPr lang="vi-VN" sz="3200" dirty="0">
                <a:latin typeface="Times New Roman"/>
                <a:ea typeface="+mn-lt"/>
                <a:cs typeface="Arial"/>
              </a:rPr>
              <a:t>CƠ CẤU ĐHCT HIỆN NAY</a:t>
            </a:r>
          </a:p>
          <a:p>
            <a:pPr lvl="1"/>
            <a:r>
              <a:rPr lang="vi-VN" sz="2800" dirty="0">
                <a:latin typeface="Times New Roman"/>
                <a:cs typeface="Arial"/>
              </a:rPr>
              <a:t>KHOA - VIỆN</a:t>
            </a:r>
            <a:endParaRPr lang="vi-VN" sz="2800">
              <a:latin typeface="Times New Roman"/>
              <a:ea typeface="Calibri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TRUNG TÂM - TRUNG TÂM ĐÀO TẠO</a:t>
            </a:r>
            <a:endParaRPr lang="vi-VN" sz="2800">
              <a:latin typeface="Times New Roman"/>
              <a:cs typeface="Times New Roman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PHÒNG BAN CHỨC NĂNG</a:t>
            </a:r>
            <a:endParaRPr lang="vi-VN" sz="2800">
              <a:latin typeface="Times New Roman"/>
              <a:cs typeface="Times New Roman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ĐOÀN THỂ &amp; HỘI</a:t>
            </a:r>
            <a:endParaRPr lang="vi-VN" sz="2800">
              <a:latin typeface="Times New Roman"/>
              <a:cs typeface="Times New Roman"/>
            </a:endParaRPr>
          </a:p>
          <a:p>
            <a:pPr marL="685800" lvl="1">
              <a:spcBef>
                <a:spcPts val="500"/>
              </a:spcBef>
            </a:pPr>
            <a:endParaRPr lang="vi-VN" sz="2800" dirty="0">
              <a:latin typeface="Times New Roman"/>
              <a:cs typeface="Arial"/>
            </a:endParaRPr>
          </a:p>
          <a:p>
            <a:pPr lvl="1"/>
            <a:endParaRPr lang="vi-VN" sz="2800" dirty="0">
              <a:latin typeface="Arial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A4031548-1F03-B769-2EF9-DB320DA9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90B8A918-13FA-0211-4A0D-E75EA55A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943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8A668E4D-D28B-7C8A-03E2-3FC57278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sz="3200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9AFCBF2A-9D80-8DB8-114A-FDDCCA43C61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ea typeface="+mn-lt"/>
                <a:cs typeface="Arial"/>
              </a:rPr>
              <a:t> HỌC TỰ NHIÊN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NGÀY 14/1/1995, TRƯỜNG ĐHCT KHÁNH THÀNH KHOA </a:t>
            </a:r>
            <a:r>
              <a:rPr lang="vi-VN" sz="2800" err="1">
                <a:latin typeface="Times New Roman"/>
                <a:ea typeface="+mn-lt"/>
                <a:cs typeface="Arial"/>
              </a:rPr>
              <a:t>KHOA</a:t>
            </a:r>
            <a:r>
              <a:rPr lang="vi-VN" sz="2800" dirty="0">
                <a:latin typeface="Times New Roman"/>
                <a:ea typeface="+mn-lt"/>
                <a:cs typeface="Arial"/>
              </a:rPr>
              <a:t> HỌC</a:t>
            </a:r>
            <a:endParaRPr lang="vi-VN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CƠ SỞ VẬT CHẤT</a:t>
            </a:r>
            <a:endParaRPr lang="vi-VN" sz="28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12 PHÒNG THÍ NGHIỆM (PTN) CHO SINH, HÓA, VẬT LÝ</a:t>
            </a: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05 PHÒNG MÁY TÍNH ĐƯỢC NỐI MẠNG VỚI NHAU </a:t>
            </a:r>
            <a:endParaRPr lang="vi-VN" sz="240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3E53317F-D30A-559E-1936-D1CC9C40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4E23AC87-65D1-40B6-2EE6-D98632F0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795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60854446-D121-E53A-EA3C-4FF11572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11647E31-0E37-D0E6-FAD8-BC959C1B577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ea typeface="Calibri"/>
                <a:cs typeface="Arial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ea typeface="Calibri"/>
                <a:cs typeface="Arial"/>
              </a:rPr>
              <a:t>CƠ SỞ VẬT CHẤT</a:t>
            </a:r>
            <a:endParaRPr lang="vi-VN" sz="2800" dirty="0">
              <a:latin typeface="Times New Roman"/>
              <a:ea typeface="Calibri"/>
              <a:cs typeface="Arial" panose="020B0604020202020204" pitchFamily="34" charset="0"/>
            </a:endParaRP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VP KHOA VÀ XƯỞNG SỬA CHỮA</a:t>
            </a: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NĂM 2010, TRƯỜNG ĐÃ ĐẦU TƯ MỞ RỘNG KHU PTN CỦA KHOA</a:t>
            </a:r>
          </a:p>
          <a:p>
            <a:pPr lvl="2"/>
            <a:r>
              <a:rPr lang="vi-VN" sz="2400" dirty="0">
                <a:latin typeface="Times New Roman"/>
                <a:ea typeface="Calibri"/>
                <a:cs typeface="Arial"/>
              </a:rPr>
              <a:t>XÂY MỚI KHU NHÀ 3 TẦNG VỚI 22 PHÒNG</a:t>
            </a:r>
            <a:endParaRPr lang="vi-VN" sz="2400" dirty="0">
              <a:latin typeface="Times New Roman"/>
              <a:ea typeface="Calibri"/>
              <a:cs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8BA553A9-5A7D-2226-89E3-2145242E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BB0B53A5-F463-EA8E-864A-8B510033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163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318E0EC4-0DB7-84EE-DC0D-3A7E7D13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57F5D595-1B14-8399-4997-17E4C25267F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cs typeface="Times New Roman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KHOA KHTN HIỆN NAY CÓ 4 BỘ MÔN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SINH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HÓA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TOÁN HỌC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BỘ MÔN VẬT LÝ</a:t>
            </a:r>
          </a:p>
          <a:p>
            <a:pPr lvl="2"/>
            <a:endParaRPr lang="vi-VN" sz="2400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63BCC59E-B3E1-21AB-0002-DC9A6114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A982B840-2DAF-B134-A739-2BA00999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099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A7A9E41E-0385-8E27-90B1-5ABEB50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7378BDEB-9E87-5713-D387-43AA5D3C4E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KHOA </a:t>
            </a:r>
            <a:r>
              <a:rPr lang="vi-VN" sz="3200" b="1" err="1">
                <a:solidFill>
                  <a:srgbClr val="FF0000"/>
                </a:solidFill>
                <a:latin typeface="Times New Roman"/>
                <a:cs typeface="Times New Roman"/>
              </a:rPr>
              <a:t>KHOA</a:t>
            </a:r>
            <a:r>
              <a:rPr lang="vi-VN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HỌC - TỰ NHIÊN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ĐÀO TẠO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ĐẠI HỌC: …...</a:t>
            </a:r>
          </a:p>
          <a:p>
            <a:pPr lvl="2"/>
            <a:r>
              <a:rPr lang="vi-VN" sz="2400" dirty="0">
                <a:latin typeface="Times New Roman"/>
                <a:cs typeface="Times New Roman"/>
              </a:rPr>
              <a:t>SĐH: ….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NCKH, BÁO CÁO CHUYÊN ĐỀ: ….</a:t>
            </a:r>
          </a:p>
          <a:p>
            <a:pPr lvl="1"/>
            <a:r>
              <a:rPr lang="vi-VN" sz="2800" dirty="0">
                <a:latin typeface="Times New Roman"/>
                <a:cs typeface="Times New Roman"/>
              </a:rPr>
              <a:t>CÔNG TÁC ĐÀO TẠO VÀ BỒI DƯỠNG CÁN BỘ: …..</a:t>
            </a:r>
          </a:p>
          <a:p>
            <a:pPr lvl="1"/>
            <a:endParaRPr lang="vi-VN" sz="2800" dirty="0">
              <a:latin typeface="Times New Roman"/>
              <a:cs typeface="Times New Roman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4B3DDF04-5A77-062A-6878-4B257FEB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C92D9D1A-297C-5BDB-9609-86D8AE6E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103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0F289D68-0E9D-7141-A768-EDCCD713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6439"/>
          </a:xfrm>
        </p:spPr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2DDB8F67-4B33-6877-51FA-0CE14A5AFDB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0748" y="1825625"/>
            <a:ext cx="1098532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ea typeface="+mn-lt"/>
                <a:cs typeface="Arial"/>
                <a:hlinkClick r:id="rId2"/>
              </a:rPr>
              <a:t>KHOA CNTT &amp; TT</a:t>
            </a:r>
            <a:endParaRPr lang="vi-VN" sz="3200" b="1" dirty="0">
              <a:solidFill>
                <a:srgbClr val="2215D4"/>
              </a:solidFill>
              <a:latin typeface="Times New Roman"/>
              <a:ea typeface="+mn-lt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ĐƯỢC THÀNH LẬP NĂM 1994 TRÊN CƠ SỞ TRUNG TÂM ĐIỆN TỬ VÀ TIN HỌC</a:t>
            </a:r>
            <a:endParaRPr lang="vi-VN" sz="2800">
              <a:latin typeface="Times New Roman"/>
              <a:cs typeface="Arial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NHIỆM VỤ CỦA KHOA LÀ ĐÀO TẠO</a:t>
            </a:r>
            <a:endParaRPr lang="vi-VN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ĐẠI HỌC VÀ SAU ĐẠI HỌC</a:t>
            </a:r>
            <a:endParaRPr lang="vi-VN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NCKH VÀ CHUYỂN GIAO CÔNG NGHỆ TRONG LĨNH VỰC CNTT&amp;TT</a:t>
            </a:r>
            <a:endParaRPr lang="vi-VN" sz="2400" dirty="0">
              <a:latin typeface="Times New Roman"/>
              <a:cs typeface="Arial"/>
            </a:endParaRPr>
          </a:p>
          <a:p>
            <a:endParaRPr lang="vi-VN" sz="3200" dirty="0"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B4C1527D-DFB8-A6CE-668D-1FEB00CA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0AA20A5E-8098-751A-C380-A9661CD1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595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9A066D08-DFCA-9919-0FCD-13F222AF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200" b="1" dirty="0">
                <a:latin typeface="Times New Roman"/>
                <a:ea typeface="+mj-lt"/>
                <a:cs typeface="Times New Roman"/>
              </a:rPr>
              <a:t>ĐHCT GIAI ĐOẠN SAU NĂM 1975</a:t>
            </a:r>
            <a:endParaRPr lang="vi-VN" sz="3200" b="1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BE5B279D-112B-9CF0-EE64-B792AFC9122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ea typeface="+mn-lt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TẦM NHÌN ĐẾN NĂM 2020</a:t>
            </a:r>
            <a:endParaRPr lang="vi-VN" sz="28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ĐƠN VỊ ĐÀO TẠO VÀ</a:t>
            </a:r>
            <a:endParaRPr lang="vi-VN" sz="2400" dirty="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NGHIÊN CỨU KHOA HỌC VỀ CNTT&amp;TT MẠNH CỦA CẢ NƯỚC</a:t>
            </a:r>
            <a:endParaRPr lang="vi-VN" sz="2400">
              <a:latin typeface="Times New Roman"/>
              <a:cs typeface="Arial"/>
            </a:endParaRPr>
          </a:p>
          <a:p>
            <a:pPr lvl="1"/>
            <a:endParaRPr lang="vi-VN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5C722899-D067-219C-C9E3-6B6CE6E4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72212975-F0A3-C1EB-6AAD-ACB0FDC6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312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F462BAEA-7501-DFA4-2F95-BC47816B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163F35AF-924A-843F-685F-FE3E1BAE683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cs typeface="Arial"/>
              </a:rPr>
              <a:t>KHOA CNTT &amp; TT</a:t>
            </a:r>
            <a:endParaRPr lang="vi-VN" sz="3200">
              <a:solidFill>
                <a:srgbClr val="000000"/>
              </a:solidFill>
              <a:latin typeface="Times New Roman"/>
              <a:cs typeface="Arial" panose="020B0604020202020204" pitchFamily="34" charset="0"/>
            </a:endParaRP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CÁC BỘ MÔN VÀ TRUNG TÂM</a:t>
            </a:r>
            <a:endParaRPr lang="vi-VN" sz="2800" b="1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HỆ THỐNG THÔNG TIN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MẠNG MÁY TÍNH &amp; TRUYỀN THÔNG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CÔNG NGHỆ PHẦN MỀM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KHOA HỌC MÁY TÍNH</a:t>
            </a:r>
            <a:endParaRPr lang="vi-VN" sz="2400">
              <a:latin typeface="Times New Roman"/>
              <a:cs typeface="Arial"/>
            </a:endParaRPr>
          </a:p>
          <a:p>
            <a:endParaRPr lang="vi-VN" b="1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D6F726C9-99B6-552F-AD2B-56499F45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6118EBA1-CCE3-B35F-F568-EC49BBEE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538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495E4EEA-A4DC-88EB-3249-86DDBD0F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3200" b="1" dirty="0">
                <a:highlight>
                  <a:srgbClr val="F5F5F5"/>
                </a:highlight>
                <a:latin typeface="Times New Roman"/>
                <a:cs typeface="Times New Roman"/>
              </a:rPr>
              <a:t>ĐHCT GIAI ĐOẠN SAU NĂM 1975</a:t>
            </a:r>
            <a:endParaRPr lang="vi-VN" dirty="0">
              <a:cs typeface="Times New Roman" panose="02020603050405020304" pitchFamily="18" charset="0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D87D45B0-A1A4-1D66-E3A5-AE847BA5BDF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200" b="1" dirty="0">
                <a:solidFill>
                  <a:srgbClr val="2215D4"/>
                </a:solidFill>
                <a:latin typeface="Times New Roman"/>
                <a:cs typeface="Arial"/>
              </a:rPr>
              <a:t>KHOA CNTT &amp; TT</a:t>
            </a:r>
          </a:p>
          <a:p>
            <a:pPr lvl="1"/>
            <a:r>
              <a:rPr lang="vi-VN" sz="2800" dirty="0">
                <a:latin typeface="Times New Roman"/>
                <a:ea typeface="+mn-lt"/>
                <a:cs typeface="Arial"/>
              </a:rPr>
              <a:t>CÁC BỘ MÔN VÀ TRUNG TÂM</a:t>
            </a:r>
            <a:endParaRPr lang="vi-VN" sz="2800" b="1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CÔNG NGHỆ THÔNG TIN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BỘ MÔN TIN HỌC ỨNG DỤNG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TỔ VĂN PHÒNG</a:t>
            </a:r>
            <a:endParaRPr lang="vi-VN" sz="2400">
              <a:latin typeface="Times New Roman"/>
              <a:cs typeface="Arial"/>
            </a:endParaRPr>
          </a:p>
          <a:p>
            <a:pPr lvl="2"/>
            <a:r>
              <a:rPr lang="vi-VN" sz="2400" dirty="0">
                <a:latin typeface="Times New Roman"/>
                <a:ea typeface="+mn-lt"/>
                <a:cs typeface="Arial"/>
              </a:rPr>
              <a:t>TRUNG TÂM ĐIỆN TỬ &amp; TIN HỌC</a:t>
            </a:r>
            <a:endParaRPr lang="vi-VN" sz="2400">
              <a:latin typeface="Times New Roman"/>
              <a:cs typeface="Arial"/>
            </a:endParaRPr>
          </a:p>
          <a:p>
            <a:endParaRPr lang="vi-VN" b="1" dirty="0">
              <a:latin typeface="Times New Roman"/>
              <a:cs typeface="Arial"/>
            </a:endParaRPr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C3827F1E-45CB-2970-46EB-ED5A604C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3B80F37F-71E3-8E96-A972-F35466BF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571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DE356EB5-BBF3-D4C4-A684-D046F72A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4412"/>
          </a:xfrm>
        </p:spPr>
        <p:txBody>
          <a:bodyPr/>
          <a:lstStyle/>
          <a:p>
            <a:pPr algn="ctr"/>
            <a:r>
              <a:rPr lang="vi-VN" b="1" dirty="0">
                <a:latin typeface="Times New Roman"/>
                <a:ea typeface="+mj-lt"/>
                <a:cs typeface="Times New Roman"/>
              </a:rPr>
              <a:t>CẢM ƠN SỰ CHÚ Ý CỦA QUÝ VỊ</a:t>
            </a:r>
            <a:r>
              <a:rPr lang="vi-VN" dirty="0">
                <a:latin typeface="Times New Roman"/>
                <a:ea typeface="+mj-lt"/>
                <a:cs typeface="Times New Roman"/>
              </a:rPr>
              <a:t> </a:t>
            </a:r>
            <a:endParaRPr lang="vi-VN" sz="3200" dirty="0">
              <a:latin typeface="Times New Roman"/>
              <a:cs typeface="Times New Roman"/>
            </a:endParaRPr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xmlns="" id="{523FB510-EEDC-EAE9-4393-E31FAB58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xmlns="" id="{64DD50BB-8928-094B-CE08-A1532D10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730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29</TotalTime>
  <Words>626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Tw Cen MT</vt:lpstr>
      <vt:lpstr>Wingdings</vt:lpstr>
      <vt:lpstr>Droplet</vt:lpstr>
      <vt:lpstr>ĐẠI HỌC CẦN THƠ - QUÁ TRÌNH HÌNH THÀNH VÀ PHÁT TRIỂN</vt:lpstr>
      <vt:lpstr>NỘI DUNG</vt:lpstr>
      <vt:lpstr>THỜI KỲ VIỆN ĐẠI HỌC CẦN THƠ (1966 - 1975)</vt:lpstr>
      <vt:lpstr>THỜI KỲ VIỆN ĐẠI HỌC CẦN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 </vt:lpstr>
      <vt:lpstr>KHTN</vt:lpstr>
      <vt:lpstr>CNTT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- QUÁ TRÌNH HÌNH THÀNH VÀ PHÁT TRIỂN</dc:title>
  <dc:creator>Windows User</dc:creator>
  <cp:lastModifiedBy>Windows User</cp:lastModifiedBy>
  <cp:revision>3</cp:revision>
  <dcterms:created xsi:type="dcterms:W3CDTF">2026-02-06T00:17:16Z</dcterms:created>
  <dcterms:modified xsi:type="dcterms:W3CDTF">2026-02-06T00:46:55Z</dcterms:modified>
</cp:coreProperties>
</file>