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  <p:sldId id="266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15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500953-9526-4F9E-BEF0-661BFB0AF02A}" v="779" dt="2026-02-05T05:20:07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5" d="100"/>
          <a:sy n="85" d="100"/>
        </p:scale>
        <p:origin x="3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Nguyễn" userId="8a42502b2e5e64b5" providerId="Windows Live" clId="Web-{5B500953-9526-4F9E-BEF0-661BFB0AF02A}"/>
    <pc:docChg chg="mod addSld delSld modSld modMainMaster">
      <pc:chgData name="Minh Nguyễn" userId="8a42502b2e5e64b5" providerId="Windows Live" clId="Web-{5B500953-9526-4F9E-BEF0-661BFB0AF02A}" dt="2026-02-05T05:20:07.705" v="733" actId="20577"/>
      <pc:docMkLst>
        <pc:docMk/>
      </pc:docMkLst>
      <pc:sldChg chg="addSp delSp modSp">
        <pc:chgData name="Minh Nguyễn" userId="8a42502b2e5e64b5" providerId="Windows Live" clId="Web-{5B500953-9526-4F9E-BEF0-661BFB0AF02A}" dt="2026-02-05T04:21:23.996" v="95" actId="20577"/>
        <pc:sldMkLst>
          <pc:docMk/>
          <pc:sldMk cId="2567927505" sldId="256"/>
        </pc:sldMkLst>
        <pc:spChg chg="mod">
          <ac:chgData name="Minh Nguyễn" userId="8a42502b2e5e64b5" providerId="Windows Live" clId="Web-{5B500953-9526-4F9E-BEF0-661BFB0AF02A}" dt="2026-02-05T04:17:54.500" v="73" actId="1076"/>
          <ac:spMkLst>
            <pc:docMk/>
            <pc:sldMk cId="2567927505" sldId="256"/>
            <ac:spMk id="2" creationId="{00000000-0000-0000-0000-000000000000}"/>
          </ac:spMkLst>
        </pc:spChg>
        <pc:spChg chg="mod">
          <ac:chgData name="Minh Nguyễn" userId="8a42502b2e5e64b5" providerId="Windows Live" clId="Web-{5B500953-9526-4F9E-BEF0-661BFB0AF02A}" dt="2026-02-05T04:21:23.996" v="95" actId="20577"/>
          <ac:spMkLst>
            <pc:docMk/>
            <pc:sldMk cId="2567927505" sldId="256"/>
            <ac:spMk id="3" creationId="{00000000-0000-0000-0000-000000000000}"/>
          </ac:spMkLst>
        </pc:spChg>
        <pc:spChg chg="add del mod">
          <ac:chgData name="Minh Nguyễn" userId="8a42502b2e5e64b5" providerId="Windows Live" clId="Web-{5B500953-9526-4F9E-BEF0-661BFB0AF02A}" dt="2026-02-05T04:11:04.780" v="4"/>
          <ac:spMkLst>
            <pc:docMk/>
            <pc:sldMk cId="2567927505" sldId="256"/>
            <ac:spMk id="4" creationId="{60F6C4AB-6E8B-52CF-CC34-181B1ABC3A33}"/>
          </ac:spMkLst>
        </pc:spChg>
        <pc:spChg chg="add del mod">
          <ac:chgData name="Minh Nguyễn" userId="8a42502b2e5e64b5" providerId="Windows Live" clId="Web-{5B500953-9526-4F9E-BEF0-661BFB0AF02A}" dt="2026-02-05T04:11:04.780" v="4"/>
          <ac:spMkLst>
            <pc:docMk/>
            <pc:sldMk cId="2567927505" sldId="256"/>
            <ac:spMk id="5" creationId="{16CADA05-5270-A023-F8B2-2F77B7CAB765}"/>
          </ac:spMkLst>
        </pc:spChg>
        <pc:spChg chg="add del mod">
          <ac:chgData name="Minh Nguyễn" userId="8a42502b2e5e64b5" providerId="Windows Live" clId="Web-{5B500953-9526-4F9E-BEF0-661BFB0AF02A}" dt="2026-02-05T04:12:27.906" v="31"/>
          <ac:spMkLst>
            <pc:docMk/>
            <pc:sldMk cId="2567927505" sldId="256"/>
            <ac:spMk id="6" creationId="{CFD02685-BE5D-606B-4387-546C404A08FC}"/>
          </ac:spMkLst>
        </pc:spChg>
        <pc:spChg chg="add del mod">
          <ac:chgData name="Minh Nguyễn" userId="8a42502b2e5e64b5" providerId="Windows Live" clId="Web-{5B500953-9526-4F9E-BEF0-661BFB0AF02A}" dt="2026-02-05T04:12:25.703" v="30"/>
          <ac:spMkLst>
            <pc:docMk/>
            <pc:sldMk cId="2567927505" sldId="256"/>
            <ac:spMk id="7" creationId="{108C105F-E81C-0049-36F6-DA20DFC69FEF}"/>
          </ac:spMkLst>
        </pc:spChg>
        <pc:spChg chg="add mod">
          <ac:chgData name="Minh Nguyễn" userId="8a42502b2e5e64b5" providerId="Windows Live" clId="Web-{5B500953-9526-4F9E-BEF0-661BFB0AF02A}" dt="2026-02-05T04:20:24.946" v="90" actId="20577"/>
          <ac:spMkLst>
            <pc:docMk/>
            <pc:sldMk cId="2567927505" sldId="256"/>
            <ac:spMk id="8" creationId="{B5FE8B21-8855-B5B8-B669-2AC84B5E0EE6}"/>
          </ac:spMkLst>
        </pc:spChg>
        <pc:spChg chg="add mod">
          <ac:chgData name="Minh Nguyễn" userId="8a42502b2e5e64b5" providerId="Windows Live" clId="Web-{5B500953-9526-4F9E-BEF0-661BFB0AF02A}" dt="2026-02-05T04:19:34.647" v="89" actId="20577"/>
          <ac:spMkLst>
            <pc:docMk/>
            <pc:sldMk cId="2567927505" sldId="256"/>
            <ac:spMk id="9" creationId="{9557E226-7E9F-2F91-8588-B1B9AF904A75}"/>
          </ac:spMkLst>
        </pc:spChg>
      </pc:sldChg>
      <pc:sldChg chg="addSp delSp modSp new">
        <pc:chgData name="Minh Nguyễn" userId="8a42502b2e5e64b5" providerId="Windows Live" clId="Web-{5B500953-9526-4F9E-BEF0-661BFB0AF02A}" dt="2026-02-05T05:18:16.325" v="729" actId="20577"/>
        <pc:sldMkLst>
          <pc:docMk/>
          <pc:sldMk cId="730230122" sldId="257"/>
        </pc:sldMkLst>
        <pc:spChg chg="mod">
          <ac:chgData name="Minh Nguyễn" userId="8a42502b2e5e64b5" providerId="Windows Live" clId="Web-{5B500953-9526-4F9E-BEF0-661BFB0AF02A}" dt="2026-02-05T04:26:52.972" v="110" actId="20577"/>
          <ac:spMkLst>
            <pc:docMk/>
            <pc:sldMk cId="730230122" sldId="257"/>
            <ac:spMk id="2" creationId="{B751A308-7788-C4AC-DE55-75FE143BBCD5}"/>
          </ac:spMkLst>
        </pc:spChg>
        <pc:spChg chg="mod">
          <ac:chgData name="Minh Nguyễn" userId="8a42502b2e5e64b5" providerId="Windows Live" clId="Web-{5B500953-9526-4F9E-BEF0-661BFB0AF02A}" dt="2026-02-05T05:18:16.325" v="729" actId="20577"/>
          <ac:spMkLst>
            <pc:docMk/>
            <pc:sldMk cId="730230122" sldId="257"/>
            <ac:spMk id="3" creationId="{EFE35730-F454-938A-558D-6E715D92A933}"/>
          </ac:spMkLst>
        </pc:spChg>
        <pc:spChg chg="del">
          <ac:chgData name="Minh Nguyễn" userId="8a42502b2e5e64b5" providerId="Windows Live" clId="Web-{5B500953-9526-4F9E-BEF0-661BFB0AF02A}" dt="2026-02-05T04:25:32.470" v="98"/>
          <ac:spMkLst>
            <pc:docMk/>
            <pc:sldMk cId="730230122" sldId="257"/>
            <ac:spMk id="4" creationId="{6A744E02-F8B3-E53B-3FA6-5B4FFE3EB71F}"/>
          </ac:spMkLst>
        </pc:spChg>
        <pc:spChg chg="del">
          <ac:chgData name="Minh Nguyễn" userId="8a42502b2e5e64b5" providerId="Windows Live" clId="Web-{5B500953-9526-4F9E-BEF0-661BFB0AF02A}" dt="2026-02-05T04:25:37.830" v="99"/>
          <ac:spMkLst>
            <pc:docMk/>
            <pc:sldMk cId="730230122" sldId="257"/>
            <ac:spMk id="5" creationId="{4ECD9ABB-E8F9-DD31-ED06-545FD90DDC62}"/>
          </ac:spMkLst>
        </pc:spChg>
        <pc:spChg chg="add del mod">
          <ac:chgData name="Minh Nguyễn" userId="8a42502b2e5e64b5" providerId="Windows Live" clId="Web-{5B500953-9526-4F9E-BEF0-661BFB0AF02A}" dt="2026-02-05T04:29:49.176" v="134"/>
          <ac:spMkLst>
            <pc:docMk/>
            <pc:sldMk cId="730230122" sldId="257"/>
            <ac:spMk id="7" creationId="{38A9474E-2DB1-B88D-988A-2BDB5E6E3943}"/>
          </ac:spMkLst>
        </pc:spChg>
        <pc:spChg chg="add del mod">
          <ac:chgData name="Minh Nguyễn" userId="8a42502b2e5e64b5" providerId="Windows Live" clId="Web-{5B500953-9526-4F9E-BEF0-661BFB0AF02A}" dt="2026-02-05T04:29:59.332" v="135"/>
          <ac:spMkLst>
            <pc:docMk/>
            <pc:sldMk cId="730230122" sldId="257"/>
            <ac:spMk id="9" creationId="{59309838-F167-B9C1-CB45-415F181D0CBC}"/>
          </ac:spMkLst>
        </pc:spChg>
      </pc:sldChg>
      <pc:sldChg chg="modSp new">
        <pc:chgData name="Minh Nguyễn" userId="8a42502b2e5e64b5" providerId="Windows Live" clId="Web-{5B500953-9526-4F9E-BEF0-661BFB0AF02A}" dt="2026-02-05T04:45:59.839" v="329" actId="20577"/>
        <pc:sldMkLst>
          <pc:docMk/>
          <pc:sldMk cId="435755852" sldId="258"/>
        </pc:sldMkLst>
        <pc:spChg chg="mod">
          <ac:chgData name="Minh Nguyễn" userId="8a42502b2e5e64b5" providerId="Windows Live" clId="Web-{5B500953-9526-4F9E-BEF0-661BFB0AF02A}" dt="2026-02-05T04:31:07.832" v="140" actId="20577"/>
          <ac:spMkLst>
            <pc:docMk/>
            <pc:sldMk cId="435755852" sldId="258"/>
            <ac:spMk id="2" creationId="{C3E2E0C7-A03D-E8DC-222B-15D0E36088A1}"/>
          </ac:spMkLst>
        </pc:spChg>
        <pc:spChg chg="mod">
          <ac:chgData name="Minh Nguyễn" userId="8a42502b2e5e64b5" providerId="Windows Live" clId="Web-{5B500953-9526-4F9E-BEF0-661BFB0AF02A}" dt="2026-02-05T04:45:59.839" v="329" actId="20577"/>
          <ac:spMkLst>
            <pc:docMk/>
            <pc:sldMk cId="435755852" sldId="258"/>
            <ac:spMk id="3" creationId="{71548446-3EFF-EAD1-839C-C9D2318BA690}"/>
          </ac:spMkLst>
        </pc:spChg>
      </pc:sldChg>
      <pc:sldChg chg="modSp new">
        <pc:chgData name="Minh Nguyễn" userId="8a42502b2e5e64b5" providerId="Windows Live" clId="Web-{5B500953-9526-4F9E-BEF0-661BFB0AF02A}" dt="2026-02-05T05:19:29.922" v="732" actId="20577"/>
        <pc:sldMkLst>
          <pc:docMk/>
          <pc:sldMk cId="1203005980" sldId="259"/>
        </pc:sldMkLst>
        <pc:spChg chg="mod">
          <ac:chgData name="Minh Nguyễn" userId="8a42502b2e5e64b5" providerId="Windows Live" clId="Web-{5B500953-9526-4F9E-BEF0-661BFB0AF02A}" dt="2026-02-05T04:33:45.265" v="160" actId="20577"/>
          <ac:spMkLst>
            <pc:docMk/>
            <pc:sldMk cId="1203005980" sldId="259"/>
            <ac:spMk id="2" creationId="{F1A1D789-5920-6093-F146-011ABE800192}"/>
          </ac:spMkLst>
        </pc:spChg>
        <pc:spChg chg="mod">
          <ac:chgData name="Minh Nguyễn" userId="8a42502b2e5e64b5" providerId="Windows Live" clId="Web-{5B500953-9526-4F9E-BEF0-661BFB0AF02A}" dt="2026-02-05T05:19:29.922" v="732" actId="20577"/>
          <ac:spMkLst>
            <pc:docMk/>
            <pc:sldMk cId="1203005980" sldId="259"/>
            <ac:spMk id="3" creationId="{B6A98E89-50EF-2068-4CC1-A8187ABF5508}"/>
          </ac:spMkLst>
        </pc:spChg>
      </pc:sldChg>
      <pc:sldChg chg="modSp new">
        <pc:chgData name="Minh Nguyễn" userId="8a42502b2e5e64b5" providerId="Windows Live" clId="Web-{5B500953-9526-4F9E-BEF0-661BFB0AF02A}" dt="2026-02-05T04:46:44.307" v="331" actId="20577"/>
        <pc:sldMkLst>
          <pc:docMk/>
          <pc:sldMk cId="1709439513" sldId="260"/>
        </pc:sldMkLst>
        <pc:spChg chg="mod">
          <ac:chgData name="Minh Nguyễn" userId="8a42502b2e5e64b5" providerId="Windows Live" clId="Web-{5B500953-9526-4F9E-BEF0-661BFB0AF02A}" dt="2026-02-05T04:38:56.365" v="223" actId="20577"/>
          <ac:spMkLst>
            <pc:docMk/>
            <pc:sldMk cId="1709439513" sldId="260"/>
            <ac:spMk id="2" creationId="{B49D67E8-1546-AEBF-4E1A-2A7116FCC5C6}"/>
          </ac:spMkLst>
        </pc:spChg>
        <pc:spChg chg="mod">
          <ac:chgData name="Minh Nguyễn" userId="8a42502b2e5e64b5" providerId="Windows Live" clId="Web-{5B500953-9526-4F9E-BEF0-661BFB0AF02A}" dt="2026-02-05T04:46:44.307" v="331" actId="20577"/>
          <ac:spMkLst>
            <pc:docMk/>
            <pc:sldMk cId="1709439513" sldId="260"/>
            <ac:spMk id="3" creationId="{058D35E4-3FCE-3A7B-BCA3-1A5231132082}"/>
          </ac:spMkLst>
        </pc:spChg>
      </pc:sldChg>
      <pc:sldChg chg="new del">
        <pc:chgData name="Minh Nguyễn" userId="8a42502b2e5e64b5" providerId="Windows Live" clId="Web-{5B500953-9526-4F9E-BEF0-661BFB0AF02A}" dt="2026-02-05T04:38:23.069" v="215"/>
        <pc:sldMkLst>
          <pc:docMk/>
          <pc:sldMk cId="4246359748" sldId="260"/>
        </pc:sldMkLst>
      </pc:sldChg>
      <pc:sldChg chg="modSp new">
        <pc:chgData name="Minh Nguyễn" userId="8a42502b2e5e64b5" providerId="Windows Live" clId="Web-{5B500953-9526-4F9E-BEF0-661BFB0AF02A}" dt="2026-02-05T05:16:06.933" v="711" actId="20577"/>
        <pc:sldMkLst>
          <pc:docMk/>
          <pc:sldMk cId="1291633061" sldId="261"/>
        </pc:sldMkLst>
        <pc:spChg chg="mod">
          <ac:chgData name="Minh Nguyễn" userId="8a42502b2e5e64b5" providerId="Windows Live" clId="Web-{5B500953-9526-4F9E-BEF0-661BFB0AF02A}" dt="2026-02-05T04:48:03.011" v="333" actId="20577"/>
          <ac:spMkLst>
            <pc:docMk/>
            <pc:sldMk cId="1291633061" sldId="261"/>
            <ac:spMk id="2" creationId="{60854446-D121-E53A-EA3C-4FF1157247EB}"/>
          </ac:spMkLst>
        </pc:spChg>
        <pc:spChg chg="mod">
          <ac:chgData name="Minh Nguyễn" userId="8a42502b2e5e64b5" providerId="Windows Live" clId="Web-{5B500953-9526-4F9E-BEF0-661BFB0AF02A}" dt="2026-02-05T05:16:06.933" v="711" actId="20577"/>
          <ac:spMkLst>
            <pc:docMk/>
            <pc:sldMk cId="1291633061" sldId="261"/>
            <ac:spMk id="3" creationId="{11647E31-0E37-D0E6-FAD8-BC959C1B5776}"/>
          </ac:spMkLst>
        </pc:spChg>
      </pc:sldChg>
      <pc:sldChg chg="modSp new">
        <pc:chgData name="Minh Nguyễn" userId="8a42502b2e5e64b5" providerId="Windows Live" clId="Web-{5B500953-9526-4F9E-BEF0-661BFB0AF02A}" dt="2026-02-05T05:16:12.495" v="713" actId="20577"/>
        <pc:sldMkLst>
          <pc:docMk/>
          <pc:sldMk cId="2810996546" sldId="262"/>
        </pc:sldMkLst>
        <pc:spChg chg="mod">
          <ac:chgData name="Minh Nguyễn" userId="8a42502b2e5e64b5" providerId="Windows Live" clId="Web-{5B500953-9526-4F9E-BEF0-661BFB0AF02A}" dt="2026-02-05T04:53:34.935" v="411" actId="20577"/>
          <ac:spMkLst>
            <pc:docMk/>
            <pc:sldMk cId="2810996546" sldId="262"/>
            <ac:spMk id="2" creationId="{318E0EC4-0DB7-84EE-DC0D-3A7E7D13890B}"/>
          </ac:spMkLst>
        </pc:spChg>
        <pc:spChg chg="mod">
          <ac:chgData name="Minh Nguyễn" userId="8a42502b2e5e64b5" providerId="Windows Live" clId="Web-{5B500953-9526-4F9E-BEF0-661BFB0AF02A}" dt="2026-02-05T05:16:12.495" v="713" actId="20577"/>
          <ac:spMkLst>
            <pc:docMk/>
            <pc:sldMk cId="2810996546" sldId="262"/>
            <ac:spMk id="3" creationId="{57F5D595-1B14-8399-4997-17E4C25267FC}"/>
          </ac:spMkLst>
        </pc:spChg>
      </pc:sldChg>
      <pc:sldChg chg="modSp new">
        <pc:chgData name="Minh Nguyễn" userId="8a42502b2e5e64b5" providerId="Windows Live" clId="Web-{5B500953-9526-4F9E-BEF0-661BFB0AF02A}" dt="2026-02-05T05:16:16.198" v="715" actId="20577"/>
        <pc:sldMkLst>
          <pc:docMk/>
          <pc:sldMk cId="1941034348" sldId="263"/>
        </pc:sldMkLst>
        <pc:spChg chg="mod">
          <ac:chgData name="Minh Nguyễn" userId="8a42502b2e5e64b5" providerId="Windows Live" clId="Web-{5B500953-9526-4F9E-BEF0-661BFB0AF02A}" dt="2026-02-05T04:55:46.794" v="459" actId="20577"/>
          <ac:spMkLst>
            <pc:docMk/>
            <pc:sldMk cId="1941034348" sldId="263"/>
            <ac:spMk id="2" creationId="{A7A9E41E-0385-8E27-90B1-5ABEB501C7F4}"/>
          </ac:spMkLst>
        </pc:spChg>
        <pc:spChg chg="mod">
          <ac:chgData name="Minh Nguyễn" userId="8a42502b2e5e64b5" providerId="Windows Live" clId="Web-{5B500953-9526-4F9E-BEF0-661BFB0AF02A}" dt="2026-02-05T05:16:16.198" v="715" actId="20577"/>
          <ac:spMkLst>
            <pc:docMk/>
            <pc:sldMk cId="1941034348" sldId="263"/>
            <ac:spMk id="3" creationId="{7378BDEB-9E87-5713-D387-43AA5D3C4E4D}"/>
          </ac:spMkLst>
        </pc:spChg>
      </pc:sldChg>
      <pc:sldChg chg="modSp new">
        <pc:chgData name="Minh Nguyễn" userId="8a42502b2e5e64b5" providerId="Windows Live" clId="Web-{5B500953-9526-4F9E-BEF0-661BFB0AF02A}" dt="2026-02-05T05:16:19.261" v="717" actId="20577"/>
        <pc:sldMkLst>
          <pc:docMk/>
          <pc:sldMk cId="2835957104" sldId="264"/>
        </pc:sldMkLst>
        <pc:spChg chg="mod">
          <ac:chgData name="Minh Nguyễn" userId="8a42502b2e5e64b5" providerId="Windows Live" clId="Web-{5B500953-9526-4F9E-BEF0-661BFB0AF02A}" dt="2026-02-05T05:05:37.796" v="599" actId="14100"/>
          <ac:spMkLst>
            <pc:docMk/>
            <pc:sldMk cId="2835957104" sldId="264"/>
            <ac:spMk id="2" creationId="{0F289D68-0E9D-7141-A768-EDCCD713D664}"/>
          </ac:spMkLst>
        </pc:spChg>
        <pc:spChg chg="mod">
          <ac:chgData name="Minh Nguyễn" userId="8a42502b2e5e64b5" providerId="Windows Live" clId="Web-{5B500953-9526-4F9E-BEF0-661BFB0AF02A}" dt="2026-02-05T05:16:19.261" v="717" actId="20577"/>
          <ac:spMkLst>
            <pc:docMk/>
            <pc:sldMk cId="2835957104" sldId="264"/>
            <ac:spMk id="3" creationId="{2DDB8F67-4B33-6877-51FA-0CE14A5AFDBD}"/>
          </ac:spMkLst>
        </pc:spChg>
      </pc:sldChg>
      <pc:sldChg chg="modSp new">
        <pc:chgData name="Minh Nguyễn" userId="8a42502b2e5e64b5" providerId="Windows Live" clId="Web-{5B500953-9526-4F9E-BEF0-661BFB0AF02A}" dt="2026-02-05T05:20:07.705" v="733" actId="20577"/>
        <pc:sldMkLst>
          <pc:docMk/>
          <pc:sldMk cId="1287957403" sldId="265"/>
        </pc:sldMkLst>
        <pc:spChg chg="mod">
          <ac:chgData name="Minh Nguyễn" userId="8a42502b2e5e64b5" providerId="Windows Live" clId="Web-{5B500953-9526-4F9E-BEF0-661BFB0AF02A}" dt="2026-02-05T05:00:02.851" v="537" actId="20577"/>
          <ac:spMkLst>
            <pc:docMk/>
            <pc:sldMk cId="1287957403" sldId="265"/>
            <ac:spMk id="2" creationId="{8A668E4D-D28B-7C8A-03E2-3FC57278FBC0}"/>
          </ac:spMkLst>
        </pc:spChg>
        <pc:spChg chg="mod">
          <ac:chgData name="Minh Nguyễn" userId="8a42502b2e5e64b5" providerId="Windows Live" clId="Web-{5B500953-9526-4F9E-BEF0-661BFB0AF02A}" dt="2026-02-05T05:20:07.705" v="733" actId="20577"/>
          <ac:spMkLst>
            <pc:docMk/>
            <pc:sldMk cId="1287957403" sldId="265"/>
            <ac:spMk id="3" creationId="{9AFCBF2A-9D80-8DB8-114A-FDDCCA43C617}"/>
          </ac:spMkLst>
        </pc:spChg>
      </pc:sldChg>
      <pc:sldChg chg="new del">
        <pc:chgData name="Minh Nguyễn" userId="8a42502b2e5e64b5" providerId="Windows Live" clId="Web-{5B500953-9526-4F9E-BEF0-661BFB0AF02A}" dt="2026-02-05T04:59:20.053" v="532"/>
        <pc:sldMkLst>
          <pc:docMk/>
          <pc:sldMk cId="3912984958" sldId="265"/>
        </pc:sldMkLst>
      </pc:sldChg>
      <pc:sldChg chg="modSp new">
        <pc:chgData name="Minh Nguyễn" userId="8a42502b2e5e64b5" providerId="Windows Live" clId="Web-{5B500953-9526-4F9E-BEF0-661BFB0AF02A}" dt="2026-02-05T05:15:18.307" v="706" actId="20577"/>
        <pc:sldMkLst>
          <pc:docMk/>
          <pc:sldMk cId="3923128986" sldId="266"/>
        </pc:sldMkLst>
        <pc:spChg chg="mod">
          <ac:chgData name="Minh Nguyễn" userId="8a42502b2e5e64b5" providerId="Windows Live" clId="Web-{5B500953-9526-4F9E-BEF0-661BFB0AF02A}" dt="2026-02-05T05:05:59.298" v="604" actId="20577"/>
          <ac:spMkLst>
            <pc:docMk/>
            <pc:sldMk cId="3923128986" sldId="266"/>
            <ac:spMk id="2" creationId="{9A066D08-DFCA-9919-0FCD-13F222AFF864}"/>
          </ac:spMkLst>
        </pc:spChg>
        <pc:spChg chg="mod">
          <ac:chgData name="Minh Nguyễn" userId="8a42502b2e5e64b5" providerId="Windows Live" clId="Web-{5B500953-9526-4F9E-BEF0-661BFB0AF02A}" dt="2026-02-05T05:15:18.307" v="706" actId="20577"/>
          <ac:spMkLst>
            <pc:docMk/>
            <pc:sldMk cId="3923128986" sldId="266"/>
            <ac:spMk id="3" creationId="{BE5B279D-112B-9CF0-EE64-B792AFC9122E}"/>
          </ac:spMkLst>
        </pc:spChg>
      </pc:sldChg>
      <pc:sldChg chg="modSp new">
        <pc:chgData name="Minh Nguyễn" userId="8a42502b2e5e64b5" providerId="Windows Live" clId="Web-{5B500953-9526-4F9E-BEF0-661BFB0AF02A}" dt="2026-02-05T05:17:09.449" v="725" actId="20577"/>
        <pc:sldMkLst>
          <pc:docMk/>
          <pc:sldMk cId="2935380946" sldId="267"/>
        </pc:sldMkLst>
        <pc:spChg chg="mod">
          <ac:chgData name="Minh Nguyễn" userId="8a42502b2e5e64b5" providerId="Windows Live" clId="Web-{5B500953-9526-4F9E-BEF0-661BFB0AF02A}" dt="2026-02-05T05:07:57.913" v="627" actId="20577"/>
          <ac:spMkLst>
            <pc:docMk/>
            <pc:sldMk cId="2935380946" sldId="267"/>
            <ac:spMk id="2" creationId="{F462BAEA-7501-DFA4-2F95-BC47816B3ABF}"/>
          </ac:spMkLst>
        </pc:spChg>
        <pc:spChg chg="mod">
          <ac:chgData name="Minh Nguyễn" userId="8a42502b2e5e64b5" providerId="Windows Live" clId="Web-{5B500953-9526-4F9E-BEF0-661BFB0AF02A}" dt="2026-02-05T05:17:09.449" v="725" actId="20577"/>
          <ac:spMkLst>
            <pc:docMk/>
            <pc:sldMk cId="2935380946" sldId="267"/>
            <ac:spMk id="3" creationId="{163F35AF-924A-843F-685F-FE3E1BAE683D}"/>
          </ac:spMkLst>
        </pc:spChg>
      </pc:sldChg>
      <pc:sldChg chg="modSp new del">
        <pc:chgData name="Minh Nguyễn" userId="8a42502b2e5e64b5" providerId="Windows Live" clId="Web-{5B500953-9526-4F9E-BEF0-661BFB0AF02A}" dt="2026-02-05T05:12:21.392" v="670"/>
        <pc:sldMkLst>
          <pc:docMk/>
          <pc:sldMk cId="3906371534" sldId="268"/>
        </pc:sldMkLst>
        <pc:spChg chg="mod">
          <ac:chgData name="Minh Nguyễn" userId="8a42502b2e5e64b5" providerId="Windows Live" clId="Web-{5B500953-9526-4F9E-BEF0-661BFB0AF02A}" dt="2026-02-05T05:11:12.728" v="655" actId="20577"/>
          <ac:spMkLst>
            <pc:docMk/>
            <pc:sldMk cId="3906371534" sldId="268"/>
            <ac:spMk id="2" creationId="{9A82919F-E4F7-20F2-D008-C0362C974210}"/>
          </ac:spMkLst>
        </pc:spChg>
        <pc:spChg chg="mod">
          <ac:chgData name="Minh Nguyễn" userId="8a42502b2e5e64b5" providerId="Windows Live" clId="Web-{5B500953-9526-4F9E-BEF0-661BFB0AF02A}" dt="2026-02-05T05:11:47.733" v="666" actId="20577"/>
          <ac:spMkLst>
            <pc:docMk/>
            <pc:sldMk cId="3906371534" sldId="268"/>
            <ac:spMk id="3" creationId="{C3004AC6-216D-45C0-264B-9B127F5BB185}"/>
          </ac:spMkLst>
        </pc:spChg>
      </pc:sldChg>
      <pc:sldChg chg="modSp new">
        <pc:chgData name="Minh Nguyễn" userId="8a42502b2e5e64b5" providerId="Windows Live" clId="Web-{5B500953-9526-4F9E-BEF0-661BFB0AF02A}" dt="2026-02-05T05:16:54.652" v="722" actId="20577"/>
        <pc:sldMkLst>
          <pc:docMk/>
          <pc:sldMk cId="4065719915" sldId="269"/>
        </pc:sldMkLst>
        <pc:spChg chg="mod">
          <ac:chgData name="Minh Nguyễn" userId="8a42502b2e5e64b5" providerId="Windows Live" clId="Web-{5B500953-9526-4F9E-BEF0-661BFB0AF02A}" dt="2026-02-05T05:12:04.281" v="669" actId="20577"/>
          <ac:spMkLst>
            <pc:docMk/>
            <pc:sldMk cId="4065719915" sldId="269"/>
            <ac:spMk id="2" creationId="{495E4EEA-A4DC-88EB-3249-86DDBD0FF24C}"/>
          </ac:spMkLst>
        </pc:spChg>
        <pc:spChg chg="mod">
          <ac:chgData name="Minh Nguyễn" userId="8a42502b2e5e64b5" providerId="Windows Live" clId="Web-{5B500953-9526-4F9E-BEF0-661BFB0AF02A}" dt="2026-02-05T05:16:54.652" v="722" actId="20577"/>
          <ac:spMkLst>
            <pc:docMk/>
            <pc:sldMk cId="4065719915" sldId="269"/>
            <ac:spMk id="3" creationId="{D87D45B0-A1A4-1D66-E3A5-AE847BA5BDFB}"/>
          </ac:spMkLst>
        </pc:spChg>
      </pc:sldChg>
      <pc:sldChg chg="modSp new">
        <pc:chgData name="Minh Nguyễn" userId="8a42502b2e5e64b5" providerId="Windows Live" clId="Web-{5B500953-9526-4F9E-BEF0-661BFB0AF02A}" dt="2026-02-05T05:14:39.090" v="702" actId="20577"/>
        <pc:sldMkLst>
          <pc:docMk/>
          <pc:sldMk cId="1547305002" sldId="270"/>
        </pc:sldMkLst>
        <pc:spChg chg="mod">
          <ac:chgData name="Minh Nguyễn" userId="8a42502b2e5e64b5" providerId="Windows Live" clId="Web-{5B500953-9526-4F9E-BEF0-661BFB0AF02A}" dt="2026-02-05T05:14:39.090" v="702" actId="20577"/>
          <ac:spMkLst>
            <pc:docMk/>
            <pc:sldMk cId="1547305002" sldId="270"/>
            <ac:spMk id="2" creationId="{DE356EB5-BBF3-D4C4-A684-D046F72A3FED}"/>
          </ac:spMkLst>
        </pc:spChg>
      </pc:sldChg>
      <pc:sldChg chg="new del">
        <pc:chgData name="Minh Nguyễn" userId="8a42502b2e5e64b5" providerId="Windows Live" clId="Web-{5B500953-9526-4F9E-BEF0-661BFB0AF02A}" dt="2026-02-05T05:13:53.101" v="697"/>
        <pc:sldMkLst>
          <pc:docMk/>
          <pc:sldMk cId="2912237370" sldId="270"/>
        </pc:sldMkLst>
      </pc:sldChg>
      <pc:sldChg chg="new del">
        <pc:chgData name="Minh Nguyễn" userId="8a42502b2e5e64b5" providerId="Windows Live" clId="Web-{5B500953-9526-4F9E-BEF0-661BFB0AF02A}" dt="2026-02-05T05:17:27.653" v="727"/>
        <pc:sldMkLst>
          <pc:docMk/>
          <pc:sldMk cId="3888837342" sldId="271"/>
        </pc:sldMkLst>
      </pc:sldChg>
      <pc:sldMasterChg chg="modSp mod modSldLayout">
        <pc:chgData name="Minh Nguyễn" userId="8a42502b2e5e64b5" providerId="Windows Live" clId="Web-{5B500953-9526-4F9E-BEF0-661BFB0AF02A}" dt="2026-02-05T04:13:11.454" v="36"/>
        <pc:sldMasterMkLst>
          <pc:docMk/>
          <pc:sldMasterMk cId="3336428944" sldId="2147483648"/>
        </pc:sldMasterMkLst>
        <pc:spChg chg="mod">
          <ac:chgData name="Minh Nguyễn" userId="8a42502b2e5e64b5" providerId="Windows Live" clId="Web-{5B500953-9526-4F9E-BEF0-661BFB0AF02A}" dt="2026-02-05T04:13:07.907" v="34"/>
          <ac:spMkLst>
            <pc:docMk/>
            <pc:sldMasterMk cId="3336428944" sldId="2147483648"/>
            <ac:spMk id="5" creationId="{00000000-0000-0000-0000-000000000000}"/>
          </ac:spMkLst>
        </pc:sp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3177509059" sldId="2147483649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3177509059" sldId="2147483649"/>
              <ac:spMk id="5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4273931299" sldId="2147483650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4273931299" sldId="2147483650"/>
              <ac:spMk id="5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3239344926" sldId="2147483651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3239344926" sldId="2147483651"/>
              <ac:spMk id="5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71434891" sldId="2147483652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71434891" sldId="2147483652"/>
              <ac:spMk id="6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1695300783" sldId="2147483653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1695300783" sldId="2147483653"/>
              <ac:spMk id="8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3013401316" sldId="2147483654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3013401316" sldId="2147483654"/>
              <ac:spMk id="4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1438579405" sldId="2147483655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1438579405" sldId="2147483655"/>
              <ac:spMk id="3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638026129" sldId="2147483656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638026129" sldId="2147483656"/>
              <ac:spMk id="6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3860145272" sldId="2147483657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3860145272" sldId="2147483657"/>
              <ac:spMk id="6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2447484624" sldId="2147483658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2447484624" sldId="2147483658"/>
              <ac:spMk id="5" creationId="{00000000-0000-0000-0000-000000000000}"/>
            </ac:spMkLst>
          </pc:spChg>
        </pc:sldLayoutChg>
        <pc:sldLayoutChg chg="modSp mod">
          <pc:chgData name="Minh Nguyễn" userId="8a42502b2e5e64b5" providerId="Windows Live" clId="Web-{5B500953-9526-4F9E-BEF0-661BFB0AF02A}" dt="2026-02-05T04:13:11.454" v="36"/>
          <pc:sldLayoutMkLst>
            <pc:docMk/>
            <pc:sldMasterMk cId="3336428944" sldId="2147483648"/>
            <pc:sldLayoutMk cId="95000003" sldId="2147483659"/>
          </pc:sldLayoutMkLst>
          <pc:spChg chg="mod">
            <ac:chgData name="Minh Nguyễn" userId="8a42502b2e5e64b5" providerId="Windows Live" clId="Web-{5B500953-9526-4F9E-BEF0-661BFB0AF02A}" dt="2026-02-05T04:13:07.907" v="34"/>
            <ac:spMkLst>
              <pc:docMk/>
              <pc:sldMasterMk cId="3336428944" sldId="2147483648"/>
              <pc:sldLayoutMk cId="95000003" sldId="2147483659"/>
              <ac:spMk id="5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Bấm &amp; sửa kiểu phụ đề của Bản chính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7509059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3931299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93449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434891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530078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340131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857940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8026129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0145272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ề và Văn bản Dọ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748462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ề Dọc và Văn bả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00000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7236D-C680-4349-9A96-AEA01B6A4E8F}" type="datetimeFigureOut">
              <a:rPr lang="vi-VN" smtClean="0"/>
              <a:t>04/02/2026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vi-VN"/>
              <a:t>Giới thiệu Đại học Cần Thơ</a:t>
            </a: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642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3068876" y="1122363"/>
            <a:ext cx="6064686" cy="23145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sz="3200" b="1" dirty="0">
                <a:latin typeface="Times New Roman"/>
                <a:cs typeface="Times New Roman"/>
              </a:rPr>
              <a:t>ĐẠI HỌC CẦN THƠ - QUÁ TRÌNH HÌNH THÀNH VÀ PHÁT TRIỂN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2000" b="1" dirty="0">
                <a:solidFill>
                  <a:schemeClr val="bg1">
                    <a:lumMod val="49000"/>
                  </a:schemeClr>
                </a:solidFill>
                <a:latin typeface="Times New Roman"/>
                <a:cs typeface="Arial"/>
              </a:rPr>
              <a:t>TS.NGUYỄN VĂN A</a:t>
            </a:r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B5FE8B21-8855-B5B8-B669-2AC84B5E0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956" y="5991008"/>
            <a:ext cx="4114800" cy="365125"/>
          </a:xfrm>
        </p:spPr>
        <p:txBody>
          <a:bodyPr/>
          <a:lstStyle/>
          <a:p>
            <a:pPr algn="l"/>
            <a:r>
              <a:rPr lang="vi-VN" sz="2400" b="1" dirty="0">
                <a:solidFill>
                  <a:schemeClr val="tx1"/>
                </a:solidFill>
                <a:latin typeface="Times New Roman"/>
                <a:cs typeface="Arial"/>
              </a:rPr>
              <a:t>Giới thiệu Đại học Cần Thơ</a:t>
            </a:r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9557E226-7E9F-2F91-8588-B1B9AF90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21668" y="5991008"/>
            <a:ext cx="2743200" cy="365125"/>
          </a:xfrm>
        </p:spPr>
        <p:txBody>
          <a:bodyPr/>
          <a:lstStyle/>
          <a:p>
            <a:r>
              <a:rPr lang="vi-VN" sz="2000" b="1" dirty="0">
                <a:solidFill>
                  <a:schemeClr val="tx1"/>
                </a:solidFill>
                <a:latin typeface="Times New Roman"/>
                <a:cs typeface="Arial"/>
              </a:rPr>
              <a:t>1</a:t>
            </a:r>
            <a:endParaRPr lang="vi-VN" sz="2000" b="1">
              <a:solidFill>
                <a:schemeClr val="tx1"/>
              </a:solidFill>
              <a:latin typeface="Times New Roman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792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751A308-7788-C4AC-DE55-75FE143B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200" b="1" dirty="0">
                <a:latin typeface="Times New Roman"/>
                <a:cs typeface="Times New Roman"/>
              </a:rPr>
              <a:t>NỘI DUNG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FE35730-F454-938A-558D-6E715D92A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latin typeface="Times New Roman"/>
                <a:cs typeface="Arial"/>
              </a:rPr>
              <a:t>THỜI KỲ BIỆN ĐẠI HỌC CẦN THƠ (1966 – 1975)</a:t>
            </a:r>
          </a:p>
          <a:p>
            <a:r>
              <a:rPr lang="vi-VN" sz="3200" b="1" dirty="0">
                <a:latin typeface="Times New Roman"/>
                <a:cs typeface="Arial"/>
              </a:rPr>
              <a:t>ĐHCT GIAI ĐOẠN SAU NĂM 1975</a:t>
            </a:r>
          </a:p>
        </p:txBody>
      </p:sp>
    </p:spTree>
    <p:extLst>
      <p:ext uri="{BB962C8B-B14F-4D97-AF65-F5344CB8AC3E}">
        <p14:creationId xmlns:p14="http://schemas.microsoft.com/office/powerpoint/2010/main" val="730230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3E2E0C7-A03D-E8DC-222B-15D0E360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200" b="1" dirty="0">
                <a:latin typeface="Times New Roman"/>
                <a:ea typeface="+mj-lt"/>
                <a:cs typeface="Times New Roman"/>
              </a:rPr>
              <a:t>THỜI KỲ VIỆN ĐẠI HỌC CẦN THƠ (1966 - 1975)</a:t>
            </a:r>
            <a:endParaRPr lang="vi-VN" b="1" dirty="0">
              <a:latin typeface="Times New Roman"/>
              <a:cs typeface="Times New Roman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1548446-3EFF-EAD1-839C-C9D2318BA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dirty="0">
                <a:latin typeface="Times New Roman"/>
                <a:ea typeface="+mn-lt"/>
                <a:cs typeface="Arial"/>
              </a:rPr>
              <a:t>ĐƯỢC THÀNH LẬP NGÀY 31 THÁNG 03 NĂM 1966</a:t>
            </a:r>
            <a:endParaRPr lang="vi-VN">
              <a:latin typeface="Times New Roman"/>
              <a:cs typeface="Arial"/>
            </a:endParaRPr>
          </a:p>
          <a:p>
            <a:r>
              <a:rPr lang="vi-VN" dirty="0">
                <a:latin typeface="Times New Roman"/>
                <a:ea typeface="+mn-lt"/>
                <a:cs typeface="Arial"/>
              </a:rPr>
              <a:t>VIỆN ĐẠI HỌC CẦN THƠ CÓ BỐN KHOA:</a:t>
            </a:r>
            <a:endParaRPr lang="vi-VN">
              <a:latin typeface="Times New Roman"/>
              <a:cs typeface="Arial"/>
            </a:endParaRPr>
          </a:p>
          <a:p>
            <a:pPr lvl="1"/>
            <a:r>
              <a:rPr lang="vi-VN" dirty="0">
                <a:latin typeface="Times New Roman"/>
                <a:ea typeface="+mn-lt"/>
                <a:cs typeface="Arial"/>
              </a:rPr>
              <a:t>KHOA HỌC</a:t>
            </a:r>
            <a:endParaRPr lang="vi-VN">
              <a:latin typeface="Times New Roman"/>
              <a:cs typeface="Arial"/>
            </a:endParaRPr>
          </a:p>
          <a:p>
            <a:pPr lvl="1"/>
            <a:r>
              <a:rPr lang="vi-VN" dirty="0">
                <a:latin typeface="Times New Roman"/>
                <a:ea typeface="+mn-lt"/>
                <a:cs typeface="Arial"/>
              </a:rPr>
              <a:t>LUẬT KHOA </a:t>
            </a:r>
            <a:endParaRPr lang="vi-VN">
              <a:latin typeface="Times New Roman"/>
              <a:cs typeface="Arial"/>
            </a:endParaRPr>
          </a:p>
          <a:p>
            <a:pPr lvl="1"/>
            <a:r>
              <a:rPr lang="vi-VN" dirty="0">
                <a:latin typeface="Times New Roman"/>
                <a:ea typeface="+mn-lt"/>
                <a:cs typeface="Arial"/>
              </a:rPr>
              <a:t>KHOA HỌC XÃ HỘI, VĂN KHOA, SƯ PHẠM</a:t>
            </a:r>
          </a:p>
          <a:p>
            <a:pPr lvl="1"/>
            <a:r>
              <a:rPr lang="vi-VN" dirty="0">
                <a:latin typeface="Times New Roman"/>
                <a:ea typeface="+mn-lt"/>
                <a:cs typeface="Arial"/>
              </a:rPr>
              <a:t>CAO ĐẲNG NÔNG NGHIỆP VÀ TRUNG TÂM SINH NGỮ</a:t>
            </a:r>
            <a:endParaRPr lang="vi-VN">
              <a:latin typeface="Times New Roman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vi-VN" dirty="0">
              <a:latin typeface="Times New Roman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vi-VN" dirty="0">
              <a:latin typeface="Times New Roman"/>
              <a:cs typeface="Arial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734A10B0-1CE0-FD65-9899-D0F89941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D0CC4E41-B466-B972-F8B2-7F66F2776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35755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1A1D789-5920-6093-F146-011ABE800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200" b="1" dirty="0">
                <a:latin typeface="Times New Roman"/>
                <a:ea typeface="+mj-lt"/>
                <a:cs typeface="Times New Roman"/>
              </a:rPr>
              <a:t>THỜI KỲ VIỆN ĐẠI HỌC CẦN THƠ (1966 - 1975)</a:t>
            </a:r>
            <a:endParaRPr lang="vi-VN" b="1" dirty="0">
              <a:latin typeface="Times New Roman"/>
              <a:cs typeface="Times New Roman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B6A98E89-50EF-2068-4CC1-A8187ABF5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dirty="0">
                <a:latin typeface="Times New Roman"/>
                <a:ea typeface="+mn-lt"/>
                <a:cs typeface="Arial"/>
              </a:rPr>
              <a:t>CƠ SỞ VẬT CHẤT CỦA VIỆN ĐẠI HỌC CẦN THƠ TỌA LẠC TRÊN 4 ĐỊA ĐIỂM</a:t>
            </a:r>
          </a:p>
          <a:p>
            <a:pPr lvl="1"/>
            <a:r>
              <a:rPr lang="vi-VN" sz="2800" dirty="0">
                <a:latin typeface="Times New Roman"/>
                <a:cs typeface="Arial"/>
              </a:rPr>
              <a:t>TÒA VIỆN TRƯỞNG (SỐ 5, ĐẠI LỘ HÒA BÌNH)</a:t>
            </a:r>
            <a:endParaRPr lang="en-US" sz="2800">
              <a:latin typeface="Times New Roman"/>
              <a:cs typeface="Arial"/>
            </a:endParaRPr>
          </a:p>
          <a:p>
            <a:pPr lvl="1"/>
            <a:r>
              <a:rPr lang="vi-VN" sz="2800" dirty="0">
                <a:latin typeface="Times New Roman"/>
                <a:cs typeface="Arial"/>
              </a:rPr>
              <a:t>KHU I (ĐƯỜNG 30/4)</a:t>
            </a:r>
          </a:p>
          <a:p>
            <a:pPr lvl="1"/>
            <a:r>
              <a:rPr lang="vi-VN" sz="2800" dirty="0">
                <a:latin typeface="Times New Roman"/>
                <a:cs typeface="Arial"/>
              </a:rPr>
              <a:t>KHU II: (ĐƯỜNG 3/2)</a:t>
            </a:r>
          </a:p>
          <a:p>
            <a:pPr lvl="1"/>
            <a:r>
              <a:rPr lang="vi-VN" sz="2800" dirty="0">
                <a:latin typeface="Times New Roman"/>
                <a:cs typeface="Arial"/>
              </a:rPr>
              <a:t>KHU III: (SỐ 1, LÝ TỰ TRỌNG)</a:t>
            </a:r>
            <a:endParaRPr lang="vi-VN" dirty="0">
              <a:latin typeface="Times New Roman"/>
              <a:cs typeface="Times New Roman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0953A8D5-E423-1533-A246-BFD8C4C1F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4A930247-039E-3ED1-E41C-1C9A10B0E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03005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49D67E8-1546-AEBF-4E1A-2A7116FCC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200" b="1">
                <a:latin typeface="Times New Roman"/>
                <a:ea typeface="+mj-lt"/>
                <a:cs typeface="Times New Roman"/>
              </a:rPr>
              <a:t>ĐHCT GIAI ĐOẠN SAU NĂM 1975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58D35E4-3FCE-3A7B-BCA3-1A5231132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dirty="0">
                <a:latin typeface="Times New Roman"/>
                <a:ea typeface="+mn-lt"/>
                <a:cs typeface="Arial"/>
              </a:rPr>
              <a:t>VIỆN ĐẠI HỌC CẦN THƠ ĐƯỢC ĐỔI THÀNH ĐHCT</a:t>
            </a:r>
            <a:endParaRPr lang="vi-VN" sz="3200">
              <a:latin typeface="Times New Roman"/>
              <a:cs typeface="Arial"/>
            </a:endParaRPr>
          </a:p>
          <a:p>
            <a:r>
              <a:rPr lang="vi-VN" sz="3200" dirty="0">
                <a:latin typeface="Times New Roman"/>
                <a:ea typeface="+mn-lt"/>
                <a:cs typeface="Arial"/>
              </a:rPr>
              <a:t>CƠ CẤU ĐHCT HIỆN NAY</a:t>
            </a:r>
          </a:p>
          <a:p>
            <a:pPr lvl="1"/>
            <a:r>
              <a:rPr lang="vi-VN" sz="2800" dirty="0">
                <a:latin typeface="Times New Roman"/>
                <a:cs typeface="Arial"/>
              </a:rPr>
              <a:t>KHOA - VIỆN</a:t>
            </a:r>
            <a:endParaRPr lang="vi-VN" sz="2800">
              <a:latin typeface="Times New Roman"/>
              <a:ea typeface="Calibri"/>
              <a:cs typeface="Arial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TRUNG TÂM - TRUNG TÂM ĐÀO TẠO</a:t>
            </a:r>
            <a:endParaRPr lang="vi-VN" sz="2800">
              <a:latin typeface="Times New Roman"/>
              <a:cs typeface="Times New Roman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PHÒNG BAN CHỨC NĂNG</a:t>
            </a:r>
            <a:endParaRPr lang="vi-VN" sz="2800">
              <a:latin typeface="Times New Roman"/>
              <a:cs typeface="Times New Roman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ĐOÀN THỂ &amp; HỘI</a:t>
            </a:r>
            <a:endParaRPr lang="vi-VN" sz="2800">
              <a:latin typeface="Times New Roman"/>
              <a:cs typeface="Times New Roman"/>
            </a:endParaRPr>
          </a:p>
          <a:p>
            <a:pPr marL="685800" lvl="1">
              <a:spcBef>
                <a:spcPts val="500"/>
              </a:spcBef>
            </a:pPr>
            <a:endParaRPr lang="vi-VN" sz="2800" dirty="0">
              <a:latin typeface="Times New Roman"/>
              <a:cs typeface="Arial"/>
            </a:endParaRPr>
          </a:p>
          <a:p>
            <a:pPr lvl="1"/>
            <a:endParaRPr lang="vi-VN" sz="2800" dirty="0">
              <a:latin typeface="Arial"/>
              <a:cs typeface="Arial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A4031548-1F03-B769-2EF9-DB320DA9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0B8A918-13FA-0211-4A0D-E75EA55AC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09439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A668E4D-D28B-7C8A-03E2-3FC57278F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200" b="1" dirty="0">
                <a:latin typeface="Times New Roman"/>
                <a:ea typeface="+mj-lt"/>
                <a:cs typeface="Times New Roman"/>
              </a:rPr>
              <a:t>ĐHCT GIAI ĐOẠN SAU NĂM 1975</a:t>
            </a:r>
            <a:endParaRPr lang="vi-VN" sz="3200" b="1" dirty="0">
              <a:latin typeface="Times New Roman"/>
              <a:cs typeface="Times New Roman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AFCBF2A-9D80-8DB8-114A-FDDCCA43C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FF0000"/>
                </a:solidFill>
                <a:latin typeface="Times New Roman"/>
                <a:ea typeface="+mn-lt"/>
                <a:cs typeface="Arial"/>
              </a:rPr>
              <a:t>KHOA </a:t>
            </a:r>
            <a:r>
              <a:rPr lang="vi-VN" sz="3200" b="1" err="1">
                <a:solidFill>
                  <a:srgbClr val="FF0000"/>
                </a:solidFill>
                <a:latin typeface="Times New Roman"/>
                <a:ea typeface="+mn-lt"/>
                <a:cs typeface="Arial"/>
              </a:rPr>
              <a:t>KHOA</a:t>
            </a:r>
            <a:r>
              <a:rPr lang="vi-VN" sz="3200" b="1" dirty="0">
                <a:solidFill>
                  <a:srgbClr val="FF0000"/>
                </a:solidFill>
                <a:latin typeface="Times New Roman"/>
                <a:ea typeface="+mn-lt"/>
                <a:cs typeface="Arial"/>
              </a:rPr>
              <a:t> HỌC TỰ NHIÊN</a:t>
            </a: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NGÀY 14/1/1995, TRƯỜNG ĐHCT KHÁNH THÀNH KHOA </a:t>
            </a:r>
            <a:r>
              <a:rPr lang="vi-VN" sz="2800" err="1">
                <a:latin typeface="Times New Roman"/>
                <a:ea typeface="+mn-lt"/>
                <a:cs typeface="Arial"/>
              </a:rPr>
              <a:t>KHOA</a:t>
            </a:r>
            <a:r>
              <a:rPr lang="vi-VN" sz="2800" dirty="0">
                <a:latin typeface="Times New Roman"/>
                <a:ea typeface="+mn-lt"/>
                <a:cs typeface="Arial"/>
              </a:rPr>
              <a:t> HỌC</a:t>
            </a:r>
            <a:endParaRPr lang="vi-VN" sz="2800">
              <a:latin typeface="Times New Roman"/>
              <a:cs typeface="Arial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CƠ SỞ VẬT CHẤT</a:t>
            </a:r>
            <a:endParaRPr lang="vi-VN" sz="28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12 PHÒNG THÍ NGHIỆM (PTN) CHO SINH, HÓA, VẬT LÝ</a:t>
            </a: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05 PHÒNG MÁY TÍNH ĐƯỢC NỐI MẠNG VỚI NHAU </a:t>
            </a:r>
            <a:endParaRPr lang="vi-VN" sz="2400">
              <a:latin typeface="Times New Roman"/>
              <a:cs typeface="Arial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E53317F-D30A-559E-1936-D1CC9C409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4E23AC87-65D1-40B6-2EE6-D98632F0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7957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0854446-D121-E53A-EA3C-4FF115724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sz="3200" b="1" dirty="0">
                <a:highlight>
                  <a:srgbClr val="F5F5F5"/>
                </a:highlight>
                <a:latin typeface="Times New Roman"/>
                <a:cs typeface="Times New Roman"/>
              </a:rPr>
              <a:t>ĐHCT GIAI ĐOẠN SAU NĂM 1975</a:t>
            </a:r>
            <a:endParaRPr lang="vi-VN" dirty="0">
              <a:cs typeface="Times New Roman" panose="02020603050405020304" pitchFamily="18" charset="0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1647E31-0E37-D0E6-FAD8-BC959C1B5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FF0000"/>
                </a:solidFill>
                <a:latin typeface="Times New Roman"/>
                <a:ea typeface="Calibri"/>
                <a:cs typeface="Arial"/>
              </a:rPr>
              <a:t>KHOA </a:t>
            </a:r>
            <a:r>
              <a:rPr lang="vi-VN" sz="3200" b="1" err="1">
                <a:solidFill>
                  <a:srgbClr val="FF0000"/>
                </a:solidFill>
                <a:latin typeface="Times New Roman"/>
                <a:ea typeface="Calibri"/>
                <a:cs typeface="Arial"/>
              </a:rPr>
              <a:t>KHOA</a:t>
            </a:r>
            <a:r>
              <a:rPr lang="vi-VN" sz="3200" b="1" dirty="0">
                <a:solidFill>
                  <a:srgbClr val="FF0000"/>
                </a:solidFill>
                <a:latin typeface="Times New Roman"/>
                <a:ea typeface="Calibri"/>
                <a:cs typeface="Arial"/>
              </a:rPr>
              <a:t> HỌC - TỰ NHIÊN</a:t>
            </a:r>
          </a:p>
          <a:p>
            <a:pPr lvl="1"/>
            <a:r>
              <a:rPr lang="vi-VN" sz="2800" dirty="0">
                <a:latin typeface="Times New Roman"/>
                <a:ea typeface="Calibri"/>
                <a:cs typeface="Arial"/>
              </a:rPr>
              <a:t>CƠ SỞ VẬT CHẤT</a:t>
            </a:r>
            <a:endParaRPr lang="vi-VN" sz="2800" dirty="0">
              <a:latin typeface="Times New Roman"/>
              <a:ea typeface="Calibri"/>
              <a:cs typeface="Arial" panose="020B0604020202020204" pitchFamily="34" charset="0"/>
            </a:endParaRPr>
          </a:p>
          <a:p>
            <a:pPr lvl="2"/>
            <a:r>
              <a:rPr lang="vi-VN" sz="2400" dirty="0">
                <a:latin typeface="Times New Roman"/>
                <a:ea typeface="Calibri"/>
                <a:cs typeface="Arial"/>
              </a:rPr>
              <a:t>VP KHOA VÀ XƯỞNG SỬA CHỮA</a:t>
            </a:r>
          </a:p>
          <a:p>
            <a:pPr lvl="2"/>
            <a:r>
              <a:rPr lang="vi-VN" sz="2400" dirty="0">
                <a:latin typeface="Times New Roman"/>
                <a:ea typeface="Calibri"/>
                <a:cs typeface="Arial"/>
              </a:rPr>
              <a:t>NĂM 2010, TRƯỜNG ĐÃ ĐẦU TƯ MỞ RỘNG KHU PTN CỦA KHOA</a:t>
            </a:r>
          </a:p>
          <a:p>
            <a:pPr lvl="2"/>
            <a:r>
              <a:rPr lang="vi-VN" sz="2400" dirty="0">
                <a:latin typeface="Times New Roman"/>
                <a:ea typeface="Calibri"/>
                <a:cs typeface="Arial"/>
              </a:rPr>
              <a:t>XÂY MỚI KHU NHÀ 3 TẦNG VỚI 22 PHÒNG</a:t>
            </a:r>
            <a:endParaRPr lang="vi-VN" sz="2400" dirty="0">
              <a:latin typeface="Times New Roman"/>
              <a:ea typeface="Calibri"/>
              <a:cs typeface="Arial" panose="020B0604020202020204" pitchFamily="34" charset="0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8BA553A9-5A7D-2226-89E3-2145242E2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B0B53A5-F463-EA8E-864A-8B5100338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91633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18E0EC4-0DB7-84EE-DC0D-3A7E7D138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sz="3200" b="1" dirty="0">
                <a:highlight>
                  <a:srgbClr val="F5F5F5"/>
                </a:highlight>
                <a:latin typeface="Times New Roman"/>
                <a:cs typeface="Times New Roman"/>
              </a:rPr>
              <a:t>ĐHCT GIAI ĐOẠN SAU NĂM 1975</a:t>
            </a:r>
            <a:endParaRPr lang="vi-VN" dirty="0">
              <a:cs typeface="Times New Roman" panose="02020603050405020304" pitchFamily="18" charset="0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57F5D595-1B14-8399-4997-17E4C2526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KHOA </a:t>
            </a:r>
            <a:r>
              <a:rPr lang="vi-VN" sz="3200" b="1" err="1">
                <a:solidFill>
                  <a:srgbClr val="FF0000"/>
                </a:solidFill>
                <a:latin typeface="Times New Roman"/>
                <a:cs typeface="Times New Roman"/>
              </a:rPr>
              <a:t>KHOA</a:t>
            </a:r>
            <a:r>
              <a:rPr lang="vi-VN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 HỌC - TỰ NHIÊN</a:t>
            </a:r>
          </a:p>
          <a:p>
            <a:pPr lvl="1"/>
            <a:r>
              <a:rPr lang="vi-VN" sz="2800" dirty="0">
                <a:latin typeface="Times New Roman"/>
                <a:cs typeface="Times New Roman"/>
              </a:rPr>
              <a:t>KHOA KHTN HIỆN NAY CÓ 4 BỘ MÔN</a:t>
            </a:r>
          </a:p>
          <a:p>
            <a:pPr lvl="2"/>
            <a:r>
              <a:rPr lang="vi-VN" sz="2400" dirty="0">
                <a:latin typeface="Times New Roman"/>
                <a:cs typeface="Times New Roman"/>
              </a:rPr>
              <a:t>BỘ MÔN SINH HỌC</a:t>
            </a:r>
          </a:p>
          <a:p>
            <a:pPr lvl="2"/>
            <a:r>
              <a:rPr lang="vi-VN" sz="2400" dirty="0">
                <a:latin typeface="Times New Roman"/>
                <a:cs typeface="Times New Roman"/>
              </a:rPr>
              <a:t>BỘ MÔN HÓA HỌC</a:t>
            </a:r>
          </a:p>
          <a:p>
            <a:pPr lvl="2"/>
            <a:r>
              <a:rPr lang="vi-VN" sz="2400" dirty="0">
                <a:latin typeface="Times New Roman"/>
                <a:cs typeface="Times New Roman"/>
              </a:rPr>
              <a:t>BỘ MÔN TOÁN HỌC</a:t>
            </a:r>
          </a:p>
          <a:p>
            <a:pPr lvl="2"/>
            <a:r>
              <a:rPr lang="vi-VN" sz="2400" dirty="0">
                <a:latin typeface="Times New Roman"/>
                <a:cs typeface="Times New Roman"/>
              </a:rPr>
              <a:t>BỘ MÔN VẬT LÝ</a:t>
            </a:r>
          </a:p>
          <a:p>
            <a:pPr lvl="2"/>
            <a:endParaRPr lang="vi-VN" sz="2400" dirty="0">
              <a:latin typeface="Times New Roman"/>
              <a:cs typeface="Times New Roman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63BCC59E-B3E1-21AB-0002-DC9A6114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A982B840-2DAF-B134-A739-2BA00999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0996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7A9E41E-0385-8E27-90B1-5ABEB501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sz="3200" b="1" dirty="0">
                <a:highlight>
                  <a:srgbClr val="F5F5F5"/>
                </a:highlight>
                <a:latin typeface="Times New Roman"/>
                <a:cs typeface="Times New Roman"/>
              </a:rPr>
              <a:t>ĐHCT GIAI ĐOẠN SAU NĂM 1975</a:t>
            </a:r>
            <a:endParaRPr lang="vi-VN" dirty="0">
              <a:cs typeface="Times New Roman" panose="02020603050405020304" pitchFamily="18" charset="0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378BDEB-9E87-5713-D387-43AA5D3C4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KHOA </a:t>
            </a:r>
            <a:r>
              <a:rPr lang="vi-VN" sz="3200" b="1" err="1">
                <a:solidFill>
                  <a:srgbClr val="FF0000"/>
                </a:solidFill>
                <a:latin typeface="Times New Roman"/>
                <a:cs typeface="Times New Roman"/>
              </a:rPr>
              <a:t>KHOA</a:t>
            </a:r>
            <a:r>
              <a:rPr lang="vi-VN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 HỌC - TỰ NHIÊN</a:t>
            </a:r>
          </a:p>
          <a:p>
            <a:pPr lvl="1"/>
            <a:r>
              <a:rPr lang="vi-VN" sz="2800" dirty="0">
                <a:latin typeface="Times New Roman"/>
                <a:cs typeface="Times New Roman"/>
              </a:rPr>
              <a:t>CÔNG TÁC ĐÀO TẠO</a:t>
            </a:r>
          </a:p>
          <a:p>
            <a:pPr lvl="2"/>
            <a:r>
              <a:rPr lang="vi-VN" sz="2400" dirty="0">
                <a:latin typeface="Times New Roman"/>
                <a:cs typeface="Times New Roman"/>
              </a:rPr>
              <a:t>ĐẠI HỌC: …...</a:t>
            </a:r>
          </a:p>
          <a:p>
            <a:pPr lvl="2"/>
            <a:r>
              <a:rPr lang="vi-VN" sz="2400" dirty="0">
                <a:latin typeface="Times New Roman"/>
                <a:cs typeface="Times New Roman"/>
              </a:rPr>
              <a:t>SĐH: ….</a:t>
            </a:r>
          </a:p>
          <a:p>
            <a:pPr lvl="1"/>
            <a:r>
              <a:rPr lang="vi-VN" sz="2800" dirty="0">
                <a:latin typeface="Times New Roman"/>
                <a:cs typeface="Times New Roman"/>
              </a:rPr>
              <a:t>CÔNG TÁC NCKH, BÁO CÁO CHUYÊN ĐỀ: ….</a:t>
            </a:r>
          </a:p>
          <a:p>
            <a:pPr lvl="1"/>
            <a:r>
              <a:rPr lang="vi-VN" sz="2800" dirty="0">
                <a:latin typeface="Times New Roman"/>
                <a:cs typeface="Times New Roman"/>
              </a:rPr>
              <a:t>CÔNG TÁC ĐÀO TẠO VÀ BỒI DƯỠNG CÁN BỘ: …..</a:t>
            </a:r>
          </a:p>
          <a:p>
            <a:pPr lvl="1"/>
            <a:endParaRPr lang="vi-VN" sz="2800" dirty="0">
              <a:latin typeface="Times New Roman"/>
              <a:cs typeface="Times New Roman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4B3DDF04-5A77-062A-6878-4B257FEB8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C92D9D1A-297C-5BDB-9609-86D8AE6EA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1034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F289D68-0E9D-7141-A768-EDCCD713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46439"/>
          </a:xfrm>
        </p:spPr>
        <p:txBody>
          <a:bodyPr>
            <a:normAutofit/>
          </a:bodyPr>
          <a:lstStyle/>
          <a:p>
            <a:pPr algn="ctr"/>
            <a:r>
              <a:rPr lang="vi-VN" sz="3200" b="1" dirty="0">
                <a:latin typeface="Times New Roman"/>
                <a:ea typeface="+mj-lt"/>
                <a:cs typeface="Times New Roman"/>
              </a:rPr>
              <a:t>ĐHCT GIAI ĐOẠN SAU NĂM 1975</a:t>
            </a:r>
            <a:endParaRPr lang="vi-VN" b="1" dirty="0">
              <a:latin typeface="Times New Roman"/>
              <a:cs typeface="Times New Roman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DDB8F67-4B33-6877-51FA-0CE14A5AF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748" y="1825625"/>
            <a:ext cx="109853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2215D4"/>
                </a:solidFill>
                <a:latin typeface="Times New Roman"/>
                <a:ea typeface="+mn-lt"/>
                <a:cs typeface="Arial"/>
              </a:rPr>
              <a:t>KHOA CNTT &amp; TT</a:t>
            </a: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ĐƯỢC THÀNH LẬP NĂM 1994 TRÊN CƠ SỞ TRUNG TÂM ĐIỆN TỬ VÀ TIN HỌC</a:t>
            </a:r>
            <a:endParaRPr lang="vi-VN" sz="2800">
              <a:latin typeface="Times New Roman"/>
              <a:cs typeface="Arial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NHIỆM VỤ CỦA KHOA LÀ ĐÀO TẠO</a:t>
            </a:r>
            <a:endParaRPr lang="vi-VN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ĐẠI HỌC VÀ SAU ĐẠI HỌC</a:t>
            </a:r>
            <a:endParaRPr lang="vi-VN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NCKH VÀ CHUYỂN GIAO CÔNG NGHỆ TRONG LĨNH VỰC CNTT&amp;TT</a:t>
            </a:r>
            <a:endParaRPr lang="vi-VN" sz="2400" dirty="0">
              <a:latin typeface="Times New Roman"/>
              <a:cs typeface="Arial"/>
            </a:endParaRPr>
          </a:p>
          <a:p>
            <a:endParaRPr lang="vi-VN" sz="3200" dirty="0">
              <a:latin typeface="Times New Roman"/>
              <a:cs typeface="Arial" panose="020B0604020202020204" pitchFamily="34" charset="0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B4C1527D-DFB8-A6CE-668D-1FEB00CAD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AA20A5E-8098-751A-C380-A9661CD16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35957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A066D08-DFCA-9919-0FCD-13F222AFF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200" b="1" dirty="0">
                <a:latin typeface="Times New Roman"/>
                <a:ea typeface="+mj-lt"/>
                <a:cs typeface="Times New Roman"/>
              </a:rPr>
              <a:t>ĐHCT GIAI ĐOẠN SAU NĂM 1975</a:t>
            </a:r>
            <a:endParaRPr lang="vi-VN" sz="3200" b="1" dirty="0">
              <a:latin typeface="Times New Roman"/>
              <a:cs typeface="Times New Roman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BE5B279D-112B-9CF0-EE64-B792AFC91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2215D4"/>
                </a:solidFill>
                <a:latin typeface="Times New Roman"/>
                <a:ea typeface="+mn-lt"/>
                <a:cs typeface="Arial"/>
              </a:rPr>
              <a:t>KHOA CNTT &amp; TT</a:t>
            </a: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TẦM NHÌN ĐẾN NĂM 2020</a:t>
            </a:r>
            <a:endParaRPr lang="vi-VN" sz="28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ĐƠN VỊ ĐẦU TẠO VÀ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NGHIÊN CỨU KHOA HỌC VỀ CNTT&amp;TT MẠNH CỦA CẢ NƯỚC</a:t>
            </a:r>
            <a:endParaRPr lang="vi-VN" sz="2400">
              <a:latin typeface="Times New Roman"/>
              <a:cs typeface="Arial"/>
            </a:endParaRPr>
          </a:p>
          <a:p>
            <a:pPr lvl="1"/>
            <a:endParaRPr lang="vi-VN" dirty="0">
              <a:latin typeface="Times New Roman"/>
              <a:cs typeface="Arial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5C722899-D067-219C-C9E3-6B6CE6E4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72212975-F0A3-C1EB-6AAD-ACB0FDC6D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23128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462BAEA-7501-DFA4-2F95-BC47816B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sz="3200" b="1" dirty="0">
                <a:highlight>
                  <a:srgbClr val="F5F5F5"/>
                </a:highlight>
                <a:latin typeface="Times New Roman"/>
                <a:cs typeface="Times New Roman"/>
              </a:rPr>
              <a:t>ĐHCT GIAI ĐOẠN SAU NĂM 1975</a:t>
            </a:r>
            <a:endParaRPr lang="vi-VN" dirty="0">
              <a:cs typeface="Times New Roman" panose="02020603050405020304" pitchFamily="18" charset="0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63F35AF-924A-843F-685F-FE3E1BAE6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2215D4"/>
                </a:solidFill>
                <a:latin typeface="Times New Roman"/>
                <a:cs typeface="Arial"/>
              </a:rPr>
              <a:t>KHOA CNTT &amp; TT</a:t>
            </a:r>
            <a:endParaRPr lang="vi-VN" sz="3200">
              <a:solidFill>
                <a:srgbClr val="000000"/>
              </a:solidFill>
              <a:latin typeface="Times New Roman"/>
              <a:cs typeface="Arial" panose="020B0604020202020204" pitchFamily="34" charset="0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CÁC BỘ MÔN VÀ TRUNG TÂM</a:t>
            </a:r>
            <a:endParaRPr lang="vi-VN" sz="2800" b="1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BỘ MÔN HỆ THỐNG THÔNG TIN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BỘ MÔN MẠNG MÁY TÍNH &amp; TRUYỀN THÔNG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BỘ MÔN CÔNG NGHỆ PHẦN MỀM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BỘ MÔN KHOA HỌC MÁY TÍNH</a:t>
            </a:r>
            <a:endParaRPr lang="vi-VN" sz="2400">
              <a:latin typeface="Times New Roman"/>
              <a:cs typeface="Arial"/>
            </a:endParaRPr>
          </a:p>
          <a:p>
            <a:endParaRPr lang="vi-VN" b="1" dirty="0">
              <a:latin typeface="Times New Roman"/>
              <a:cs typeface="Arial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D6F726C9-99B6-552F-AD2B-56499F45E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6118EBA1-CCE3-B35F-F568-EC49BBEE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35380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95E4EEA-A4DC-88EB-3249-86DDBD0F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sz="3200" b="1" dirty="0">
                <a:highlight>
                  <a:srgbClr val="F5F5F5"/>
                </a:highlight>
                <a:latin typeface="Times New Roman"/>
                <a:cs typeface="Times New Roman"/>
              </a:rPr>
              <a:t>ĐHCT GIAI ĐOẠN SAU NĂM 1975</a:t>
            </a:r>
            <a:endParaRPr lang="vi-VN" dirty="0">
              <a:cs typeface="Times New Roman" panose="02020603050405020304" pitchFamily="18" charset="0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87D45B0-A1A4-1D66-E3A5-AE847BA5B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2215D4"/>
                </a:solidFill>
                <a:latin typeface="Times New Roman"/>
                <a:cs typeface="Arial"/>
              </a:rPr>
              <a:t>KHOA CNTT &amp; TT</a:t>
            </a: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CÁC BỘ MÔN VÀ TRUNG TÂM</a:t>
            </a:r>
            <a:endParaRPr lang="vi-VN" sz="2800" b="1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BỘ MÔN CÔNG NGHỆ THÔNG TIN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BỘ MÔN TIN HỌC ỨNG DỤNG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TỔ VĂN PHÒNG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TRUNG TÂM ĐIỆN TỬ &amp; TIN HỌC</a:t>
            </a:r>
            <a:endParaRPr lang="vi-VN" sz="2400">
              <a:latin typeface="Times New Roman"/>
              <a:cs typeface="Arial"/>
            </a:endParaRPr>
          </a:p>
          <a:p>
            <a:endParaRPr lang="vi-VN" b="1" dirty="0">
              <a:latin typeface="Times New Roman"/>
              <a:cs typeface="Arial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C3827F1E-45CB-2970-46EB-ED5A604C5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B80F37F-71E3-8E96-A972-F35466BF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65719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E356EB5-BBF3-D4C4-A684-D046F72A3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84412"/>
          </a:xfrm>
        </p:spPr>
        <p:txBody>
          <a:bodyPr/>
          <a:lstStyle/>
          <a:p>
            <a:pPr algn="ctr"/>
            <a:r>
              <a:rPr lang="vi-VN" b="1" dirty="0">
                <a:latin typeface="Times New Roman"/>
                <a:ea typeface="+mj-lt"/>
                <a:cs typeface="Times New Roman"/>
              </a:rPr>
              <a:t>CẢM ƠN SỰ CHÚ Ý CỦA QUÝ VỊ</a:t>
            </a:r>
            <a:r>
              <a:rPr lang="vi-VN" dirty="0">
                <a:latin typeface="Times New Roman"/>
                <a:ea typeface="+mj-lt"/>
                <a:cs typeface="Times New Roman"/>
              </a:rPr>
              <a:t> </a:t>
            </a:r>
            <a:endParaRPr lang="vi-VN" sz="3200" dirty="0">
              <a:latin typeface="Times New Roman"/>
              <a:cs typeface="Times New Roman"/>
            </a:endParaRPr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523FB510-EEDC-EAE9-4393-E31FAB58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64DD50BB-8928-094B-CE08-A1532D103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14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47305002"/>
      </p:ext>
    </p:extLst>
  </p:cSld>
  <p:clrMapOvr>
    <a:masterClrMapping/>
  </p:clrMapOvr>
</p:sld>
</file>

<file path=ppt/theme/theme1.xml><?xml version="1.0" encoding="utf-8"?>
<a:theme xmlns:a="http://schemas.openxmlformats.org/drawingml/2006/main" name="Chủ đề củ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Văn phòng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ăn phòng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Màn hình rộng</PresentationFormat>
  <Paragraphs>0</Paragraphs>
  <Slides>14</Slides>
  <Notes>0</Notes>
  <HiddenSlides>0</HiddenSlides>
  <MMClips>0</MMClip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14</vt:i4>
      </vt:variant>
    </vt:vector>
  </HeadingPairs>
  <TitlesOfParts>
    <vt:vector size="15" baseType="lpstr">
      <vt:lpstr>Chủ đề của Office</vt:lpstr>
      <vt:lpstr>ĐẠI HỌC CẦN THƠ - QUÁ TRÌNH HÌNH THÀNH VÀ PHÁT TRIỂN</vt:lpstr>
      <vt:lpstr>NỘI DUNG</vt:lpstr>
      <vt:lpstr>THỜI KỲ VIỆN ĐẠI HỌC CẦN THƠ (1966 - 1975)</vt:lpstr>
      <vt:lpstr>THỜI KỲ VIỆN ĐẠI HỌC CẦN THƠ (1966 - 1975)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CẢM ƠN SỰ CHÚ Ý CỦA QUÝ VỊ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365</cp:revision>
  <dcterms:created xsi:type="dcterms:W3CDTF">2026-02-05T04:00:45Z</dcterms:created>
  <dcterms:modified xsi:type="dcterms:W3CDTF">2026-02-05T05:21:04Z</dcterms:modified>
</cp:coreProperties>
</file>