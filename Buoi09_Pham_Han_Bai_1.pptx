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66" d="100"/>
          <a:sy n="66" d="100"/>
        </p:scale>
        <p:origin x="1330" y="47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EF663A-07A9-4A5D-9512-A131832A5DAD}" type="datetimeFigureOut">
              <a:rPr lang="en-US" smtClean="0"/>
              <a:t>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34AA21-1C7C-4A5B-9576-6176692FFFD1}" type="slidenum">
              <a:rPr lang="en-US" smtClean="0"/>
              <a:t>‹#›</a:t>
            </a:fld>
            <a:endParaRPr lang="en-US"/>
          </a:p>
        </p:txBody>
      </p:sp>
    </p:spTree>
    <p:extLst>
      <p:ext uri="{BB962C8B-B14F-4D97-AF65-F5344CB8AC3E}">
        <p14:creationId xmlns:p14="http://schemas.microsoft.com/office/powerpoint/2010/main" val="68934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28117-7B7D-49D3-B53C-AF18A69ADB44}"/>
              </a:ext>
            </a:extLst>
          </p:cNvPr>
          <p:cNvSpPr>
            <a:spLocks noGrp="1"/>
          </p:cNvSpPr>
          <p:nvPr>
            <p:ph type="ctrTitle"/>
          </p:nvPr>
        </p:nvSpPr>
        <p:spPr>
          <a:xfrm>
            <a:off x="1524000" y="1122363"/>
            <a:ext cx="9144000" cy="2387600"/>
          </a:xfrm>
        </p:spPr>
        <p:txBody>
          <a:bodyPr anchor="b">
            <a:normAutofit/>
          </a:bodyPr>
          <a:lstStyle>
            <a:lvl1pPr algn="ctr">
              <a:defRPr sz="5000" b="1">
                <a:solidFill>
                  <a:srgbClr val="996633"/>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a:extLst>
              <a:ext uri="{FF2B5EF4-FFF2-40B4-BE49-F238E27FC236}">
                <a16:creationId xmlns:a16="http://schemas.microsoft.com/office/drawing/2014/main" id="{1799B2DE-DE05-4C10-A79B-6E303F50BFFF}"/>
              </a:ext>
            </a:extLst>
          </p:cNvPr>
          <p:cNvSpPr>
            <a:spLocks noGrp="1"/>
          </p:cNvSpPr>
          <p:nvPr>
            <p:ph type="subTitle" idx="1"/>
          </p:nvPr>
        </p:nvSpPr>
        <p:spPr>
          <a:xfrm>
            <a:off x="1524000" y="3602038"/>
            <a:ext cx="9144000" cy="1655762"/>
          </a:xfrm>
        </p:spPr>
        <p:txBody>
          <a:bodyPr/>
          <a:lstStyle>
            <a:lvl1pPr marL="0" indent="0" algn="ctr">
              <a:buNone/>
              <a:defRPr sz="3200" b="1">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728BA7FD-9511-4880-8951-0A9A79BE9AA7}"/>
              </a:ext>
            </a:extLst>
          </p:cNvPr>
          <p:cNvSpPr>
            <a:spLocks noGrp="1"/>
          </p:cNvSpPr>
          <p:nvPr>
            <p:ph type="dt" sz="half" idx="10"/>
          </p:nvPr>
        </p:nvSpPr>
        <p:spPr/>
        <p:txBody>
          <a:bodyPr/>
          <a:lstStyle/>
          <a:p>
            <a:fld id="{658CA77A-3A14-4E11-9C9F-819A146E88B4}" type="datetimeFigureOut">
              <a:rPr lang="en-US" smtClean="0"/>
              <a:t>2/5/2026</a:t>
            </a:fld>
            <a:endParaRPr lang="en-US"/>
          </a:p>
        </p:txBody>
      </p:sp>
      <p:sp>
        <p:nvSpPr>
          <p:cNvPr id="5" name="Footer Placeholder 4">
            <a:extLst>
              <a:ext uri="{FF2B5EF4-FFF2-40B4-BE49-F238E27FC236}">
                <a16:creationId xmlns:a16="http://schemas.microsoft.com/office/drawing/2014/main" id="{7D0F864B-A0C2-4FA1-B2C0-AB749EA54C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3292BB-087F-4A01-BD4B-0FB0719A1995}"/>
              </a:ext>
            </a:extLst>
          </p:cNvPr>
          <p:cNvSpPr>
            <a:spLocks noGrp="1"/>
          </p:cNvSpPr>
          <p:nvPr>
            <p:ph type="sldNum" sz="quarter" idx="12"/>
          </p:nvPr>
        </p:nvSpPr>
        <p:spPr/>
        <p:txBody>
          <a:bodyPr/>
          <a:lstStyle/>
          <a:p>
            <a:fld id="{1B8B90C3-643E-4BC5-A660-7F57AD31A3CC}" type="slidenum">
              <a:rPr lang="en-US" smtClean="0"/>
              <a:t>‹#›</a:t>
            </a:fld>
            <a:endParaRPr lang="en-US"/>
          </a:p>
        </p:txBody>
      </p:sp>
    </p:spTree>
    <p:extLst>
      <p:ext uri="{BB962C8B-B14F-4D97-AF65-F5344CB8AC3E}">
        <p14:creationId xmlns:p14="http://schemas.microsoft.com/office/powerpoint/2010/main" val="32431284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3AFE4-0377-4877-9909-8B831E8C04AF}"/>
              </a:ext>
            </a:extLst>
          </p:cNvPr>
          <p:cNvSpPr>
            <a:spLocks noGrp="1"/>
          </p:cNvSpPr>
          <p:nvPr>
            <p:ph type="title"/>
          </p:nvPr>
        </p:nvSpPr>
        <p:spPr>
          <a:xfrm>
            <a:off x="838200" y="356247"/>
            <a:ext cx="10515600" cy="1325563"/>
          </a:xfrm>
        </p:spPr>
        <p:txBody>
          <a:bodyPr/>
          <a:lstStyle>
            <a:lvl1pPr>
              <a:defRPr sz="4000" b="1">
                <a:solidFill>
                  <a:srgbClr val="996633"/>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A56BAA14-F6B5-404B-8FB4-56B6F9B5768A}"/>
              </a:ext>
            </a:extLst>
          </p:cNvPr>
          <p:cNvSpPr>
            <a:spLocks noGrp="1"/>
          </p:cNvSpPr>
          <p:nvPr>
            <p:ph idx="1"/>
          </p:nvPr>
        </p:nvSpPr>
        <p:spPr/>
        <p:txBody>
          <a:bodyPr/>
          <a:lstStyle>
            <a:lvl1pPr>
              <a:defRPr sz="3200">
                <a:latin typeface="Times New Roman" panose="02020603050405020304" pitchFamily="18" charset="0"/>
                <a:cs typeface="Times New Roman" panose="02020603050405020304" pitchFamily="18" charset="0"/>
              </a:defRPr>
            </a:lvl1pPr>
            <a:lvl2pPr marL="914400" indent="-457200">
              <a:buFont typeface="Times New Roman" panose="02020603050405020304" pitchFamily="18" charset="0"/>
              <a:buChar char="⁻"/>
              <a:defRPr sz="2800">
                <a:latin typeface="Times New Roman" panose="02020603050405020304" pitchFamily="18" charset="0"/>
                <a:cs typeface="Times New Roman" panose="02020603050405020304" pitchFamily="18" charset="0"/>
              </a:defRPr>
            </a:lvl2pPr>
            <a:lvl3pPr marL="1371600" indent="-457200">
              <a:buFont typeface="Times New Roman" panose="02020603050405020304" pitchFamily="18" charset="0"/>
              <a:buChar char="⁺"/>
              <a:defRPr sz="2400">
                <a:latin typeface="Times New Roman" panose="02020603050405020304" pitchFamily="18" charset="0"/>
                <a:cs typeface="Times New Roman" panose="02020603050405020304" pitchFamily="18" charset="0"/>
              </a:defRPr>
            </a:lvl3pPr>
            <a:lvl4pPr marL="1657350" indent="-285750">
              <a:buFont typeface="Wingdings" panose="05000000000000000000" pitchFamily="2" charset="2"/>
              <a:buChar char="§"/>
              <a:defRPr>
                <a:latin typeface="Times New Roman" panose="02020603050405020304" pitchFamily="18" charset="0"/>
                <a:cs typeface="Times New Roman" panose="02020603050405020304" pitchFamily="18" charset="0"/>
              </a:defRPr>
            </a:lvl4pPr>
            <a:lvl5pPr marL="2171700" indent="-342900">
              <a:buFont typeface="Wingdings" panose="05000000000000000000" pitchFamily="2" charset="2"/>
              <a:buChar char="ü"/>
              <a:defRPr sz="20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921B16A-95C6-423C-BC6B-B992FE061E0F}"/>
              </a:ext>
            </a:extLst>
          </p:cNvPr>
          <p:cNvSpPr>
            <a:spLocks noGrp="1"/>
          </p:cNvSpPr>
          <p:nvPr>
            <p:ph type="dt" sz="half" idx="10"/>
          </p:nvPr>
        </p:nvSpPr>
        <p:spPr/>
        <p:txBody>
          <a:bodyPr/>
          <a:lstStyle/>
          <a:p>
            <a:fld id="{658CA77A-3A14-4E11-9C9F-819A146E88B4}" type="datetimeFigureOut">
              <a:rPr lang="en-US" smtClean="0"/>
              <a:t>2/5/2026</a:t>
            </a:fld>
            <a:endParaRPr lang="en-US"/>
          </a:p>
        </p:txBody>
      </p:sp>
      <p:sp>
        <p:nvSpPr>
          <p:cNvPr id="5" name="Footer Placeholder 4">
            <a:extLst>
              <a:ext uri="{FF2B5EF4-FFF2-40B4-BE49-F238E27FC236}">
                <a16:creationId xmlns:a16="http://schemas.microsoft.com/office/drawing/2014/main" id="{FE07D1CD-A6EF-4F17-BC8E-FFE3B696E4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603C6-3475-4817-95F8-3C9A01EA8DE4}"/>
              </a:ext>
            </a:extLst>
          </p:cNvPr>
          <p:cNvSpPr>
            <a:spLocks noGrp="1"/>
          </p:cNvSpPr>
          <p:nvPr>
            <p:ph type="sldNum" sz="quarter" idx="12"/>
          </p:nvPr>
        </p:nvSpPr>
        <p:spPr/>
        <p:txBody>
          <a:bodyPr/>
          <a:lstStyle/>
          <a:p>
            <a:fld id="{1B8B90C3-643E-4BC5-A660-7F57AD31A3CC}" type="slidenum">
              <a:rPr lang="en-US" smtClean="0"/>
              <a:t>‹#›</a:t>
            </a:fld>
            <a:endParaRPr lang="en-US"/>
          </a:p>
        </p:txBody>
      </p:sp>
    </p:spTree>
    <p:extLst>
      <p:ext uri="{BB962C8B-B14F-4D97-AF65-F5344CB8AC3E}">
        <p14:creationId xmlns:p14="http://schemas.microsoft.com/office/powerpoint/2010/main" val="6368709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E8BFF-AF9B-4A62-9571-F22D10A02FB6}"/>
              </a:ext>
            </a:extLst>
          </p:cNvPr>
          <p:cNvSpPr>
            <a:spLocks noGrp="1"/>
          </p:cNvSpPr>
          <p:nvPr>
            <p:ph type="title"/>
          </p:nvPr>
        </p:nvSpPr>
        <p:spPr>
          <a:xfrm>
            <a:off x="831850" y="1709738"/>
            <a:ext cx="10515600" cy="2852737"/>
          </a:xfrm>
        </p:spPr>
        <p:txBody>
          <a:bodyPr anchor="b"/>
          <a:lstStyle>
            <a:lvl1pPr>
              <a:defRPr sz="4000">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Text Placeholder 2">
            <a:extLst>
              <a:ext uri="{FF2B5EF4-FFF2-40B4-BE49-F238E27FC236}">
                <a16:creationId xmlns:a16="http://schemas.microsoft.com/office/drawing/2014/main" id="{A5FBF450-2772-4FEC-81F1-9F67C918C83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BAA5C2-C01E-4BAC-B77A-44ED3BC651B9}"/>
              </a:ext>
            </a:extLst>
          </p:cNvPr>
          <p:cNvSpPr>
            <a:spLocks noGrp="1"/>
          </p:cNvSpPr>
          <p:nvPr>
            <p:ph type="dt" sz="half" idx="10"/>
          </p:nvPr>
        </p:nvSpPr>
        <p:spPr/>
        <p:txBody>
          <a:bodyPr/>
          <a:lstStyle/>
          <a:p>
            <a:fld id="{658CA77A-3A14-4E11-9C9F-819A146E88B4}" type="datetimeFigureOut">
              <a:rPr lang="en-US" smtClean="0"/>
              <a:t>2/5/2026</a:t>
            </a:fld>
            <a:endParaRPr lang="en-US"/>
          </a:p>
        </p:txBody>
      </p:sp>
      <p:sp>
        <p:nvSpPr>
          <p:cNvPr id="5" name="Footer Placeholder 4">
            <a:extLst>
              <a:ext uri="{FF2B5EF4-FFF2-40B4-BE49-F238E27FC236}">
                <a16:creationId xmlns:a16="http://schemas.microsoft.com/office/drawing/2014/main" id="{7B548F8E-DA41-4323-90D1-1E3CA07400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FF3EB5-27AB-4B7F-958D-25E469DC90DD}"/>
              </a:ext>
            </a:extLst>
          </p:cNvPr>
          <p:cNvSpPr>
            <a:spLocks noGrp="1"/>
          </p:cNvSpPr>
          <p:nvPr>
            <p:ph type="sldNum" sz="quarter" idx="12"/>
          </p:nvPr>
        </p:nvSpPr>
        <p:spPr/>
        <p:txBody>
          <a:bodyPr/>
          <a:lstStyle/>
          <a:p>
            <a:fld id="{1B8B90C3-643E-4BC5-A660-7F57AD31A3CC}" type="slidenum">
              <a:rPr lang="en-US" smtClean="0"/>
              <a:t>‹#›</a:t>
            </a:fld>
            <a:endParaRPr lang="en-US"/>
          </a:p>
        </p:txBody>
      </p:sp>
    </p:spTree>
    <p:extLst>
      <p:ext uri="{BB962C8B-B14F-4D97-AF65-F5344CB8AC3E}">
        <p14:creationId xmlns:p14="http://schemas.microsoft.com/office/powerpoint/2010/main" val="3494480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7ACE9-C690-46E9-9049-84B9960CDA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483A42-81F3-4810-ADA0-0A93568368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D7DB0D-F5FD-4209-B60A-309B2F0D9B7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6BA1C43-2215-46ED-9017-608EEB7E3B32}"/>
              </a:ext>
            </a:extLst>
          </p:cNvPr>
          <p:cNvSpPr>
            <a:spLocks noGrp="1"/>
          </p:cNvSpPr>
          <p:nvPr>
            <p:ph type="dt" sz="half" idx="10"/>
          </p:nvPr>
        </p:nvSpPr>
        <p:spPr/>
        <p:txBody>
          <a:bodyPr/>
          <a:lstStyle/>
          <a:p>
            <a:fld id="{658CA77A-3A14-4E11-9C9F-819A146E88B4}" type="datetimeFigureOut">
              <a:rPr lang="en-US" smtClean="0"/>
              <a:t>2/5/2026</a:t>
            </a:fld>
            <a:endParaRPr lang="en-US"/>
          </a:p>
        </p:txBody>
      </p:sp>
      <p:sp>
        <p:nvSpPr>
          <p:cNvPr id="6" name="Footer Placeholder 5">
            <a:extLst>
              <a:ext uri="{FF2B5EF4-FFF2-40B4-BE49-F238E27FC236}">
                <a16:creationId xmlns:a16="http://schemas.microsoft.com/office/drawing/2014/main" id="{05514A2F-E0E8-4F49-BE51-E206983468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B25A8D-89EB-4BE9-B0D1-692CC549B23D}"/>
              </a:ext>
            </a:extLst>
          </p:cNvPr>
          <p:cNvSpPr>
            <a:spLocks noGrp="1"/>
          </p:cNvSpPr>
          <p:nvPr>
            <p:ph type="sldNum" sz="quarter" idx="12"/>
          </p:nvPr>
        </p:nvSpPr>
        <p:spPr/>
        <p:txBody>
          <a:bodyPr/>
          <a:lstStyle/>
          <a:p>
            <a:fld id="{1B8B90C3-643E-4BC5-A660-7F57AD31A3CC}" type="slidenum">
              <a:rPr lang="en-US" smtClean="0"/>
              <a:t>‹#›</a:t>
            </a:fld>
            <a:endParaRPr lang="en-US"/>
          </a:p>
        </p:txBody>
      </p:sp>
    </p:spTree>
    <p:extLst>
      <p:ext uri="{BB962C8B-B14F-4D97-AF65-F5344CB8AC3E}">
        <p14:creationId xmlns:p14="http://schemas.microsoft.com/office/powerpoint/2010/main" val="676710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7B6DF-C3B3-4341-812C-C0012F36C9B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E2AD8F9-ADD6-4BD4-868E-049835FF22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36246F-6B7E-4CA4-AAB8-91496D19F1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0C3FDD0-EC43-40C5-8B63-C03A5CBE69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F7DDE35-85AC-4430-8158-FBEEC4594B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6BBDF61-4BC9-455A-B264-C41A754DEB55}"/>
              </a:ext>
            </a:extLst>
          </p:cNvPr>
          <p:cNvSpPr>
            <a:spLocks noGrp="1"/>
          </p:cNvSpPr>
          <p:nvPr>
            <p:ph type="dt" sz="half" idx="10"/>
          </p:nvPr>
        </p:nvSpPr>
        <p:spPr/>
        <p:txBody>
          <a:bodyPr/>
          <a:lstStyle/>
          <a:p>
            <a:fld id="{658CA77A-3A14-4E11-9C9F-819A146E88B4}" type="datetimeFigureOut">
              <a:rPr lang="en-US" smtClean="0"/>
              <a:t>2/5/2026</a:t>
            </a:fld>
            <a:endParaRPr lang="en-US"/>
          </a:p>
        </p:txBody>
      </p:sp>
      <p:sp>
        <p:nvSpPr>
          <p:cNvPr id="8" name="Footer Placeholder 7">
            <a:extLst>
              <a:ext uri="{FF2B5EF4-FFF2-40B4-BE49-F238E27FC236}">
                <a16:creationId xmlns:a16="http://schemas.microsoft.com/office/drawing/2014/main" id="{3415E261-93E1-408E-87E7-6A731330D5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D87A001-0C6E-4351-9857-B52DBBA06FB9}"/>
              </a:ext>
            </a:extLst>
          </p:cNvPr>
          <p:cNvSpPr>
            <a:spLocks noGrp="1"/>
          </p:cNvSpPr>
          <p:nvPr>
            <p:ph type="sldNum" sz="quarter" idx="12"/>
          </p:nvPr>
        </p:nvSpPr>
        <p:spPr/>
        <p:txBody>
          <a:bodyPr/>
          <a:lstStyle/>
          <a:p>
            <a:fld id="{1B8B90C3-643E-4BC5-A660-7F57AD31A3CC}" type="slidenum">
              <a:rPr lang="en-US" smtClean="0"/>
              <a:t>‹#›</a:t>
            </a:fld>
            <a:endParaRPr lang="en-US"/>
          </a:p>
        </p:txBody>
      </p:sp>
    </p:spTree>
    <p:extLst>
      <p:ext uri="{BB962C8B-B14F-4D97-AF65-F5344CB8AC3E}">
        <p14:creationId xmlns:p14="http://schemas.microsoft.com/office/powerpoint/2010/main" val="2695170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414BD-82B0-4E9A-8714-F72C4F8F8AB2}"/>
              </a:ext>
            </a:extLst>
          </p:cNvPr>
          <p:cNvSpPr>
            <a:spLocks noGrp="1"/>
          </p:cNvSpPr>
          <p:nvPr>
            <p:ph type="title"/>
          </p:nvPr>
        </p:nvSpPr>
        <p:spPr/>
        <p:txBody>
          <a:bodyPr/>
          <a:lstStyle>
            <a:lvl1pPr>
              <a:defRPr sz="4000">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Date Placeholder 2">
            <a:extLst>
              <a:ext uri="{FF2B5EF4-FFF2-40B4-BE49-F238E27FC236}">
                <a16:creationId xmlns:a16="http://schemas.microsoft.com/office/drawing/2014/main" id="{2F5FDA57-5215-4AAA-ADF3-3F186206B7F5}"/>
              </a:ext>
            </a:extLst>
          </p:cNvPr>
          <p:cNvSpPr>
            <a:spLocks noGrp="1"/>
          </p:cNvSpPr>
          <p:nvPr>
            <p:ph type="dt" sz="half" idx="10"/>
          </p:nvPr>
        </p:nvSpPr>
        <p:spPr/>
        <p:txBody>
          <a:bodyPr/>
          <a:lstStyle/>
          <a:p>
            <a:fld id="{658CA77A-3A14-4E11-9C9F-819A146E88B4}" type="datetimeFigureOut">
              <a:rPr lang="en-US" smtClean="0"/>
              <a:t>2/5/2026</a:t>
            </a:fld>
            <a:endParaRPr lang="en-US"/>
          </a:p>
        </p:txBody>
      </p:sp>
      <p:sp>
        <p:nvSpPr>
          <p:cNvPr id="4" name="Footer Placeholder 3">
            <a:extLst>
              <a:ext uri="{FF2B5EF4-FFF2-40B4-BE49-F238E27FC236}">
                <a16:creationId xmlns:a16="http://schemas.microsoft.com/office/drawing/2014/main" id="{0996F891-EB19-40B1-9629-F1195CA9FE8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A50AC2D-1655-4186-B6F1-20CFCE469A4D}"/>
              </a:ext>
            </a:extLst>
          </p:cNvPr>
          <p:cNvSpPr>
            <a:spLocks noGrp="1"/>
          </p:cNvSpPr>
          <p:nvPr>
            <p:ph type="sldNum" sz="quarter" idx="12"/>
          </p:nvPr>
        </p:nvSpPr>
        <p:spPr/>
        <p:txBody>
          <a:bodyPr/>
          <a:lstStyle/>
          <a:p>
            <a:fld id="{1B8B90C3-643E-4BC5-A660-7F57AD31A3CC}" type="slidenum">
              <a:rPr lang="en-US" smtClean="0"/>
              <a:t>‹#›</a:t>
            </a:fld>
            <a:endParaRPr lang="en-US"/>
          </a:p>
        </p:txBody>
      </p:sp>
    </p:spTree>
    <p:extLst>
      <p:ext uri="{BB962C8B-B14F-4D97-AF65-F5344CB8AC3E}">
        <p14:creationId xmlns:p14="http://schemas.microsoft.com/office/powerpoint/2010/main" val="3642945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188FE7-643C-4DC6-847B-75D655D1E3F6}"/>
              </a:ext>
            </a:extLst>
          </p:cNvPr>
          <p:cNvSpPr>
            <a:spLocks noGrp="1"/>
          </p:cNvSpPr>
          <p:nvPr>
            <p:ph type="dt" sz="half" idx="10"/>
          </p:nvPr>
        </p:nvSpPr>
        <p:spPr/>
        <p:txBody>
          <a:bodyPr/>
          <a:lstStyle/>
          <a:p>
            <a:fld id="{658CA77A-3A14-4E11-9C9F-819A146E88B4}" type="datetimeFigureOut">
              <a:rPr lang="en-US" smtClean="0"/>
              <a:t>2/5/2026</a:t>
            </a:fld>
            <a:endParaRPr lang="en-US"/>
          </a:p>
        </p:txBody>
      </p:sp>
      <p:sp>
        <p:nvSpPr>
          <p:cNvPr id="3" name="Footer Placeholder 2">
            <a:extLst>
              <a:ext uri="{FF2B5EF4-FFF2-40B4-BE49-F238E27FC236}">
                <a16:creationId xmlns:a16="http://schemas.microsoft.com/office/drawing/2014/main" id="{D38A01D6-A1A8-4313-89F7-3D9AF244B5B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16F51D8-352E-4FB1-91EE-F301C4F72AA4}"/>
              </a:ext>
            </a:extLst>
          </p:cNvPr>
          <p:cNvSpPr>
            <a:spLocks noGrp="1"/>
          </p:cNvSpPr>
          <p:nvPr>
            <p:ph type="sldNum" sz="quarter" idx="12"/>
          </p:nvPr>
        </p:nvSpPr>
        <p:spPr/>
        <p:txBody>
          <a:bodyPr/>
          <a:lstStyle/>
          <a:p>
            <a:fld id="{1B8B90C3-643E-4BC5-A660-7F57AD31A3CC}" type="slidenum">
              <a:rPr lang="en-US" smtClean="0"/>
              <a:t>‹#›</a:t>
            </a:fld>
            <a:endParaRPr lang="en-US"/>
          </a:p>
        </p:txBody>
      </p:sp>
    </p:spTree>
    <p:extLst>
      <p:ext uri="{BB962C8B-B14F-4D97-AF65-F5344CB8AC3E}">
        <p14:creationId xmlns:p14="http://schemas.microsoft.com/office/powerpoint/2010/main" val="25295736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E48B7-048E-412B-A824-1C735AAB4C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21E8AC-C34B-4237-A7C2-EB21A41F1B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1BD64D7-3C62-4F63-983C-41598A7CC1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389FF7-AD92-4E52-BA33-3163A2B65FB0}"/>
              </a:ext>
            </a:extLst>
          </p:cNvPr>
          <p:cNvSpPr>
            <a:spLocks noGrp="1"/>
          </p:cNvSpPr>
          <p:nvPr>
            <p:ph type="dt" sz="half" idx="10"/>
          </p:nvPr>
        </p:nvSpPr>
        <p:spPr/>
        <p:txBody>
          <a:bodyPr/>
          <a:lstStyle/>
          <a:p>
            <a:fld id="{658CA77A-3A14-4E11-9C9F-819A146E88B4}" type="datetimeFigureOut">
              <a:rPr lang="en-US" smtClean="0"/>
              <a:t>2/5/2026</a:t>
            </a:fld>
            <a:endParaRPr lang="en-US"/>
          </a:p>
        </p:txBody>
      </p:sp>
      <p:sp>
        <p:nvSpPr>
          <p:cNvPr id="6" name="Footer Placeholder 5">
            <a:extLst>
              <a:ext uri="{FF2B5EF4-FFF2-40B4-BE49-F238E27FC236}">
                <a16:creationId xmlns:a16="http://schemas.microsoft.com/office/drawing/2014/main" id="{CD2A17E3-9AAF-4D80-9857-36461224BC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454047-1921-469B-BA0F-80C8DF4B78B6}"/>
              </a:ext>
            </a:extLst>
          </p:cNvPr>
          <p:cNvSpPr>
            <a:spLocks noGrp="1"/>
          </p:cNvSpPr>
          <p:nvPr>
            <p:ph type="sldNum" sz="quarter" idx="12"/>
          </p:nvPr>
        </p:nvSpPr>
        <p:spPr/>
        <p:txBody>
          <a:bodyPr/>
          <a:lstStyle/>
          <a:p>
            <a:fld id="{1B8B90C3-643E-4BC5-A660-7F57AD31A3CC}" type="slidenum">
              <a:rPr lang="en-US" smtClean="0"/>
              <a:t>‹#›</a:t>
            </a:fld>
            <a:endParaRPr lang="en-US"/>
          </a:p>
        </p:txBody>
      </p:sp>
    </p:spTree>
    <p:extLst>
      <p:ext uri="{BB962C8B-B14F-4D97-AF65-F5344CB8AC3E}">
        <p14:creationId xmlns:p14="http://schemas.microsoft.com/office/powerpoint/2010/main" val="18693675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BB977-EDC5-40FD-A0D8-8FD7080A0F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C27161C-CC5F-48F0-82EF-D42E04BB1E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E4B0D3E-6202-4338-B4D4-8811EE51A2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FA7D55-48A8-4240-86B6-6AD7A8B6D9C3}"/>
              </a:ext>
            </a:extLst>
          </p:cNvPr>
          <p:cNvSpPr>
            <a:spLocks noGrp="1"/>
          </p:cNvSpPr>
          <p:nvPr>
            <p:ph type="dt" sz="half" idx="10"/>
          </p:nvPr>
        </p:nvSpPr>
        <p:spPr/>
        <p:txBody>
          <a:bodyPr/>
          <a:lstStyle/>
          <a:p>
            <a:fld id="{658CA77A-3A14-4E11-9C9F-819A146E88B4}" type="datetimeFigureOut">
              <a:rPr lang="en-US" smtClean="0"/>
              <a:t>2/5/2026</a:t>
            </a:fld>
            <a:endParaRPr lang="en-US"/>
          </a:p>
        </p:txBody>
      </p:sp>
      <p:sp>
        <p:nvSpPr>
          <p:cNvPr id="6" name="Footer Placeholder 5">
            <a:extLst>
              <a:ext uri="{FF2B5EF4-FFF2-40B4-BE49-F238E27FC236}">
                <a16:creationId xmlns:a16="http://schemas.microsoft.com/office/drawing/2014/main" id="{542C5C49-8CCC-402F-961E-3FF6D17492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D651E6-3B08-424C-B516-C43CE1D1AC10}"/>
              </a:ext>
            </a:extLst>
          </p:cNvPr>
          <p:cNvSpPr>
            <a:spLocks noGrp="1"/>
          </p:cNvSpPr>
          <p:nvPr>
            <p:ph type="sldNum" sz="quarter" idx="12"/>
          </p:nvPr>
        </p:nvSpPr>
        <p:spPr/>
        <p:txBody>
          <a:bodyPr/>
          <a:lstStyle/>
          <a:p>
            <a:fld id="{1B8B90C3-643E-4BC5-A660-7F57AD31A3CC}" type="slidenum">
              <a:rPr lang="en-US" smtClean="0"/>
              <a:t>‹#›</a:t>
            </a:fld>
            <a:endParaRPr lang="en-US"/>
          </a:p>
        </p:txBody>
      </p:sp>
    </p:spTree>
    <p:extLst>
      <p:ext uri="{BB962C8B-B14F-4D97-AF65-F5344CB8AC3E}">
        <p14:creationId xmlns:p14="http://schemas.microsoft.com/office/powerpoint/2010/main" val="14379151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8498A-52BA-42B8-A8E2-180543B6DCE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94ACE7-4EDC-40E5-A923-9255562E8F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63D152-B585-47C7-9A4B-FC6B9227C78F}"/>
              </a:ext>
            </a:extLst>
          </p:cNvPr>
          <p:cNvSpPr>
            <a:spLocks noGrp="1"/>
          </p:cNvSpPr>
          <p:nvPr>
            <p:ph type="dt" sz="half" idx="10"/>
          </p:nvPr>
        </p:nvSpPr>
        <p:spPr/>
        <p:txBody>
          <a:bodyPr/>
          <a:lstStyle/>
          <a:p>
            <a:fld id="{658CA77A-3A14-4E11-9C9F-819A146E88B4}" type="datetimeFigureOut">
              <a:rPr lang="en-US" smtClean="0"/>
              <a:t>2/5/2026</a:t>
            </a:fld>
            <a:endParaRPr lang="en-US"/>
          </a:p>
        </p:txBody>
      </p:sp>
      <p:sp>
        <p:nvSpPr>
          <p:cNvPr id="5" name="Footer Placeholder 4">
            <a:extLst>
              <a:ext uri="{FF2B5EF4-FFF2-40B4-BE49-F238E27FC236}">
                <a16:creationId xmlns:a16="http://schemas.microsoft.com/office/drawing/2014/main" id="{882EFD9A-A2A2-4D51-A052-FF91614F15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34BCEF-FED4-46DA-A170-A439BAEC8818}"/>
              </a:ext>
            </a:extLst>
          </p:cNvPr>
          <p:cNvSpPr>
            <a:spLocks noGrp="1"/>
          </p:cNvSpPr>
          <p:nvPr>
            <p:ph type="sldNum" sz="quarter" idx="12"/>
          </p:nvPr>
        </p:nvSpPr>
        <p:spPr/>
        <p:txBody>
          <a:bodyPr/>
          <a:lstStyle/>
          <a:p>
            <a:fld id="{1B8B90C3-643E-4BC5-A660-7F57AD31A3CC}" type="slidenum">
              <a:rPr lang="en-US" smtClean="0"/>
              <a:t>‹#›</a:t>
            </a:fld>
            <a:endParaRPr lang="en-US"/>
          </a:p>
        </p:txBody>
      </p:sp>
    </p:spTree>
    <p:extLst>
      <p:ext uri="{BB962C8B-B14F-4D97-AF65-F5344CB8AC3E}">
        <p14:creationId xmlns:p14="http://schemas.microsoft.com/office/powerpoint/2010/main" val="26252877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155F1E-BF34-42F4-8575-B8D48D18D69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D91752-EBB7-4DC3-A17B-C4A0E47E5B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05955B-CC9A-4764-BB15-281B432AE89E}"/>
              </a:ext>
            </a:extLst>
          </p:cNvPr>
          <p:cNvSpPr>
            <a:spLocks noGrp="1"/>
          </p:cNvSpPr>
          <p:nvPr>
            <p:ph type="dt" sz="half" idx="10"/>
          </p:nvPr>
        </p:nvSpPr>
        <p:spPr/>
        <p:txBody>
          <a:bodyPr/>
          <a:lstStyle/>
          <a:p>
            <a:fld id="{658CA77A-3A14-4E11-9C9F-819A146E88B4}" type="datetimeFigureOut">
              <a:rPr lang="en-US" smtClean="0"/>
              <a:t>2/5/2026</a:t>
            </a:fld>
            <a:endParaRPr lang="en-US"/>
          </a:p>
        </p:txBody>
      </p:sp>
      <p:sp>
        <p:nvSpPr>
          <p:cNvPr id="5" name="Footer Placeholder 4">
            <a:extLst>
              <a:ext uri="{FF2B5EF4-FFF2-40B4-BE49-F238E27FC236}">
                <a16:creationId xmlns:a16="http://schemas.microsoft.com/office/drawing/2014/main" id="{5AA5E2F1-497F-4E3D-B214-C43FC925B5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1D83AA-5E00-47F8-A11F-571BC7638500}"/>
              </a:ext>
            </a:extLst>
          </p:cNvPr>
          <p:cNvSpPr>
            <a:spLocks noGrp="1"/>
          </p:cNvSpPr>
          <p:nvPr>
            <p:ph type="sldNum" sz="quarter" idx="12"/>
          </p:nvPr>
        </p:nvSpPr>
        <p:spPr/>
        <p:txBody>
          <a:bodyPr/>
          <a:lstStyle/>
          <a:p>
            <a:fld id="{1B8B90C3-643E-4BC5-A660-7F57AD31A3CC}" type="slidenum">
              <a:rPr lang="en-US" smtClean="0"/>
              <a:t>‹#›</a:t>
            </a:fld>
            <a:endParaRPr lang="en-US"/>
          </a:p>
        </p:txBody>
      </p:sp>
    </p:spTree>
    <p:extLst>
      <p:ext uri="{BB962C8B-B14F-4D97-AF65-F5344CB8AC3E}">
        <p14:creationId xmlns:p14="http://schemas.microsoft.com/office/powerpoint/2010/main" val="24504947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E839E1-0991-4DB3-9D55-CEDFBC53E9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70E1900-7B77-4018-AC7F-F7FA5813DF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969A57-8A3A-46CB-9A26-8B24F7A761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8CA77A-3A14-4E11-9C9F-819A146E88B4}" type="datetimeFigureOut">
              <a:rPr lang="en-US" smtClean="0"/>
              <a:t>2/5/2026</a:t>
            </a:fld>
            <a:endParaRPr lang="en-US"/>
          </a:p>
        </p:txBody>
      </p:sp>
      <p:sp>
        <p:nvSpPr>
          <p:cNvPr id="5" name="Footer Placeholder 4">
            <a:extLst>
              <a:ext uri="{FF2B5EF4-FFF2-40B4-BE49-F238E27FC236}">
                <a16:creationId xmlns:a16="http://schemas.microsoft.com/office/drawing/2014/main" id="{B7C9D0D0-1056-40BA-8F39-FFD3B54DED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BF675D3-7919-4410-A317-F279405550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8B90C3-643E-4BC5-A660-7F57AD31A3CC}" type="slidenum">
              <a:rPr lang="en-US" smtClean="0"/>
              <a:t>‹#›</a:t>
            </a:fld>
            <a:endParaRPr lang="en-US"/>
          </a:p>
        </p:txBody>
      </p:sp>
    </p:spTree>
    <p:extLst>
      <p:ext uri="{BB962C8B-B14F-4D97-AF65-F5344CB8AC3E}">
        <p14:creationId xmlns:p14="http://schemas.microsoft.com/office/powerpoint/2010/main" val="761410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FB4EC-D779-4687-98B9-6BFCAA4344D3}"/>
              </a:ext>
            </a:extLst>
          </p:cNvPr>
          <p:cNvSpPr>
            <a:spLocks noGrp="1"/>
          </p:cNvSpPr>
          <p:nvPr>
            <p:ph type="ctrTitle"/>
          </p:nvPr>
        </p:nvSpPr>
        <p:spPr/>
        <p:txBody>
          <a:bodyPr/>
          <a:lstStyle/>
          <a:p>
            <a:r>
              <a:rPr lang="vi-VN" dirty="0"/>
              <a:t>BỐ CỤC MỘT BÀI THUYẾT TRÌNH</a:t>
            </a:r>
            <a:endParaRPr lang="en-US" dirty="0"/>
          </a:p>
        </p:txBody>
      </p:sp>
      <p:sp>
        <p:nvSpPr>
          <p:cNvPr id="3" name="Subtitle 2">
            <a:extLst>
              <a:ext uri="{FF2B5EF4-FFF2-40B4-BE49-F238E27FC236}">
                <a16:creationId xmlns:a16="http://schemas.microsoft.com/office/drawing/2014/main" id="{3B946F53-D120-4B55-A9A0-88FA6D0CA2FF}"/>
              </a:ext>
            </a:extLst>
          </p:cNvPr>
          <p:cNvSpPr>
            <a:spLocks noGrp="1"/>
          </p:cNvSpPr>
          <p:nvPr>
            <p:ph type="subTitle" idx="1"/>
          </p:nvPr>
        </p:nvSpPr>
        <p:spPr/>
        <p:txBody>
          <a:bodyPr/>
          <a:lstStyle/>
          <a:p>
            <a:r>
              <a:rPr lang="vi-VN" dirty="0"/>
              <a:t>ThS.Họ và Tên</a:t>
            </a:r>
          </a:p>
          <a:p>
            <a:endParaRPr lang="vi-VN" dirty="0"/>
          </a:p>
          <a:p>
            <a:endParaRPr lang="vi-VN" dirty="0"/>
          </a:p>
        </p:txBody>
      </p:sp>
      <p:sp>
        <p:nvSpPr>
          <p:cNvPr id="5" name="TextBox 4">
            <a:extLst>
              <a:ext uri="{FF2B5EF4-FFF2-40B4-BE49-F238E27FC236}">
                <a16:creationId xmlns:a16="http://schemas.microsoft.com/office/drawing/2014/main" id="{F28B1183-C3CC-4CA6-8A67-32D75DB6ED29}"/>
              </a:ext>
            </a:extLst>
          </p:cNvPr>
          <p:cNvSpPr txBox="1"/>
          <p:nvPr/>
        </p:nvSpPr>
        <p:spPr>
          <a:xfrm>
            <a:off x="5997388" y="5586830"/>
            <a:ext cx="4805083" cy="430887"/>
          </a:xfrm>
          <a:prstGeom prst="rect">
            <a:avLst/>
          </a:prstGeom>
          <a:noFill/>
        </p:spPr>
        <p:txBody>
          <a:bodyPr wrap="square" rtlCol="0">
            <a:spAutoFit/>
          </a:bodyPr>
          <a:lstStyle/>
          <a:p>
            <a:r>
              <a:rPr lang="vi-VN" sz="2200" b="1" dirty="0">
                <a:latin typeface="+mj-lt"/>
              </a:rPr>
              <a:t>Trích từ Tủ sách Khoa học VLOS</a:t>
            </a:r>
            <a:endParaRPr lang="en-US" sz="2200" b="1" dirty="0">
              <a:latin typeface="+mj-lt"/>
            </a:endParaRPr>
          </a:p>
        </p:txBody>
      </p:sp>
      <p:sp>
        <p:nvSpPr>
          <p:cNvPr id="6" name="Slide Number Placeholder 5">
            <a:extLst>
              <a:ext uri="{FF2B5EF4-FFF2-40B4-BE49-F238E27FC236}">
                <a16:creationId xmlns:a16="http://schemas.microsoft.com/office/drawing/2014/main" id="{7DC4846F-7F36-466F-A7A1-8B028634A53D}"/>
              </a:ext>
            </a:extLst>
          </p:cNvPr>
          <p:cNvSpPr>
            <a:spLocks noGrp="1"/>
          </p:cNvSpPr>
          <p:nvPr>
            <p:ph type="sldNum" sz="quarter" idx="12"/>
          </p:nvPr>
        </p:nvSpPr>
        <p:spPr/>
        <p:txBody>
          <a:bodyPr/>
          <a:lstStyle/>
          <a:p>
            <a:fld id="{1B8B90C3-643E-4BC5-A660-7F57AD31A3CC}" type="slidenum">
              <a:rPr lang="en-US" smtClean="0"/>
              <a:t>1</a:t>
            </a:fld>
            <a:endParaRPr lang="en-US"/>
          </a:p>
        </p:txBody>
      </p:sp>
    </p:spTree>
    <p:extLst>
      <p:ext uri="{BB962C8B-B14F-4D97-AF65-F5344CB8AC3E}">
        <p14:creationId xmlns:p14="http://schemas.microsoft.com/office/powerpoint/2010/main" val="30271953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left)">
                                      <p:cBhvr>
                                        <p:cTn id="11" dur="500"/>
                                        <p:tgtEl>
                                          <p:spTgt spid="3">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CB236-C102-4EB6-859E-D0E48F0877B0}"/>
              </a:ext>
            </a:extLst>
          </p:cNvPr>
          <p:cNvSpPr>
            <a:spLocks noGrp="1"/>
          </p:cNvSpPr>
          <p:nvPr>
            <p:ph type="title"/>
          </p:nvPr>
        </p:nvSpPr>
        <p:spPr/>
        <p:txBody>
          <a:bodyPr/>
          <a:lstStyle/>
          <a:p>
            <a:r>
              <a:rPr lang="vi-VN" dirty="0"/>
              <a:t>Giới thiệu</a:t>
            </a:r>
            <a:endParaRPr lang="en-US" dirty="0"/>
          </a:p>
        </p:txBody>
      </p:sp>
      <p:sp>
        <p:nvSpPr>
          <p:cNvPr id="3" name="Content Placeholder 2">
            <a:extLst>
              <a:ext uri="{FF2B5EF4-FFF2-40B4-BE49-F238E27FC236}">
                <a16:creationId xmlns:a16="http://schemas.microsoft.com/office/drawing/2014/main" id="{E538AD20-D6DA-4601-A81E-C9ABCBCC0422}"/>
              </a:ext>
            </a:extLst>
          </p:cNvPr>
          <p:cNvSpPr>
            <a:spLocks noGrp="1"/>
          </p:cNvSpPr>
          <p:nvPr>
            <p:ph idx="1"/>
          </p:nvPr>
        </p:nvSpPr>
        <p:spPr/>
        <p:txBody>
          <a:bodyPr/>
          <a:lstStyle/>
          <a:p>
            <a:r>
              <a:rPr lang="vi-VN" dirty="0"/>
              <a:t>Phần mở đầu</a:t>
            </a:r>
          </a:p>
          <a:p>
            <a:pPr lvl="1"/>
            <a:r>
              <a:rPr lang="vi-VN" dirty="0"/>
              <a:t>Cần đạt được mục đích</a:t>
            </a:r>
          </a:p>
          <a:p>
            <a:r>
              <a:rPr lang="vi-VN" dirty="0"/>
              <a:t>Phần chính</a:t>
            </a:r>
          </a:p>
          <a:p>
            <a:pPr lvl="1"/>
            <a:r>
              <a:rPr lang="vi-VN" dirty="0"/>
              <a:t>Đưa ra giải pháp, ý kiến</a:t>
            </a:r>
          </a:p>
          <a:p>
            <a:r>
              <a:rPr lang="vi-VN" dirty="0"/>
              <a:t>Phần kết</a:t>
            </a:r>
          </a:p>
          <a:p>
            <a:pPr lvl="1"/>
            <a:r>
              <a:rPr lang="vi-VN" dirty="0"/>
              <a:t>Tóm tắt các nội dung đã được trình bày</a:t>
            </a:r>
          </a:p>
        </p:txBody>
      </p:sp>
      <p:sp>
        <p:nvSpPr>
          <p:cNvPr id="4" name="Slide Number Placeholder 3">
            <a:extLst>
              <a:ext uri="{FF2B5EF4-FFF2-40B4-BE49-F238E27FC236}">
                <a16:creationId xmlns:a16="http://schemas.microsoft.com/office/drawing/2014/main" id="{E103CB79-D497-4D06-8952-9B7DE80C8205}"/>
              </a:ext>
            </a:extLst>
          </p:cNvPr>
          <p:cNvSpPr>
            <a:spLocks noGrp="1"/>
          </p:cNvSpPr>
          <p:nvPr>
            <p:ph type="sldNum" sz="quarter" idx="12"/>
          </p:nvPr>
        </p:nvSpPr>
        <p:spPr/>
        <p:txBody>
          <a:bodyPr/>
          <a:lstStyle/>
          <a:p>
            <a:fld id="{1B8B90C3-643E-4BC5-A660-7F57AD31A3CC}" type="slidenum">
              <a:rPr lang="en-US" smtClean="0"/>
              <a:t>2</a:t>
            </a:fld>
            <a:endParaRPr lang="en-US"/>
          </a:p>
        </p:txBody>
      </p:sp>
    </p:spTree>
    <p:extLst>
      <p:ext uri="{BB962C8B-B14F-4D97-AF65-F5344CB8AC3E}">
        <p14:creationId xmlns:p14="http://schemas.microsoft.com/office/powerpoint/2010/main" val="9010453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left)">
                                      <p:cBhvr>
                                        <p:cTn id="11" dur="500"/>
                                        <p:tgtEl>
                                          <p:spTgt spid="3">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wipe(left)">
                                      <p:cBhvr>
                                        <p:cTn id="15" dur="500"/>
                                        <p:tgtEl>
                                          <p:spTgt spid="3">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wipe(left)">
                                      <p:cBhvr>
                                        <p:cTn id="19" dur="500"/>
                                        <p:tgtEl>
                                          <p:spTgt spid="3">
                                            <p:txEl>
                                              <p:pRg st="2" end="2"/>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wipe(left)">
                                      <p:cBhvr>
                                        <p:cTn id="23" dur="500"/>
                                        <p:tgtEl>
                                          <p:spTgt spid="3">
                                            <p:txEl>
                                              <p:pRg st="3" end="3"/>
                                            </p:tx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wipe(left)">
                                      <p:cBhvr>
                                        <p:cTn id="3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6D34E-9E97-4FD1-90F6-A672488A7A92}"/>
              </a:ext>
            </a:extLst>
          </p:cNvPr>
          <p:cNvSpPr>
            <a:spLocks noGrp="1"/>
          </p:cNvSpPr>
          <p:nvPr>
            <p:ph type="title"/>
          </p:nvPr>
        </p:nvSpPr>
        <p:spPr/>
        <p:txBody>
          <a:bodyPr/>
          <a:lstStyle/>
          <a:p>
            <a:r>
              <a:rPr lang="vi-VN" dirty="0"/>
              <a:t>Phần mở đầu</a:t>
            </a:r>
            <a:endParaRPr lang="en-US" dirty="0"/>
          </a:p>
        </p:txBody>
      </p:sp>
      <p:sp>
        <p:nvSpPr>
          <p:cNvPr id="3" name="Content Placeholder 2">
            <a:extLst>
              <a:ext uri="{FF2B5EF4-FFF2-40B4-BE49-F238E27FC236}">
                <a16:creationId xmlns:a16="http://schemas.microsoft.com/office/drawing/2014/main" id="{AED30AC0-E355-49DB-BBDD-EC161CA104B9}"/>
              </a:ext>
            </a:extLst>
          </p:cNvPr>
          <p:cNvSpPr>
            <a:spLocks noGrp="1"/>
          </p:cNvSpPr>
          <p:nvPr>
            <p:ph idx="1"/>
          </p:nvPr>
        </p:nvSpPr>
        <p:spPr/>
        <p:txBody>
          <a:bodyPr/>
          <a:lstStyle/>
          <a:p>
            <a:r>
              <a:rPr lang="vi-VN" dirty="0"/>
              <a:t>Thu hút sự chú ý của người nghe</a:t>
            </a:r>
          </a:p>
          <a:p>
            <a:pPr lvl="1"/>
            <a:r>
              <a:rPr lang="vi-VN" dirty="0">
                <a:solidFill>
                  <a:schemeClr val="accent1"/>
                </a:solidFill>
                <a:hlinkClick r:id="rId2" action="ppaction://hlinksldjump">
                  <a:extLst>
                    <a:ext uri="{A12FA001-AC4F-418D-AE19-62706E023703}">
                      <ahyp:hlinkClr xmlns:ahyp="http://schemas.microsoft.com/office/drawing/2018/hyperlinkcolor" val="tx"/>
                    </a:ext>
                  </a:extLst>
                </a:hlinkClick>
              </a:rPr>
              <a:t>Sử dụng một đoạn trích dẫn</a:t>
            </a:r>
            <a:endParaRPr lang="vi-VN" dirty="0">
              <a:solidFill>
                <a:schemeClr val="accent1"/>
              </a:solidFill>
            </a:endParaRPr>
          </a:p>
          <a:p>
            <a:pPr lvl="1"/>
            <a:r>
              <a:rPr lang="vi-VN" dirty="0"/>
              <a:t>Một câu hỏi</a:t>
            </a:r>
          </a:p>
          <a:p>
            <a:pPr lvl="1"/>
            <a:r>
              <a:rPr lang="vi-VN" dirty="0"/>
              <a:t>Một lời hứa</a:t>
            </a:r>
          </a:p>
          <a:p>
            <a:pPr lvl="1"/>
            <a:r>
              <a:rPr lang="vi-VN" dirty="0"/>
              <a:t>Thậm chí làm mọi người phải hoạt động</a:t>
            </a:r>
          </a:p>
          <a:p>
            <a:r>
              <a:rPr lang="vi-VN" dirty="0"/>
              <a:t>Tóm lược các nội dung liên quan</a:t>
            </a:r>
          </a:p>
          <a:p>
            <a:pPr lvl="1"/>
            <a:r>
              <a:rPr lang="vi-VN" dirty="0"/>
              <a:t>Đã được trình bày</a:t>
            </a:r>
          </a:p>
          <a:p>
            <a:pPr lvl="1"/>
            <a:r>
              <a:rPr lang="vi-VN" dirty="0"/>
              <a:t>Được đa số người nghe biết </a:t>
            </a:r>
            <a:endParaRPr lang="en-US" dirty="0"/>
          </a:p>
        </p:txBody>
      </p:sp>
      <p:sp>
        <p:nvSpPr>
          <p:cNvPr id="4" name="Slide Number Placeholder 3">
            <a:extLst>
              <a:ext uri="{FF2B5EF4-FFF2-40B4-BE49-F238E27FC236}">
                <a16:creationId xmlns:a16="http://schemas.microsoft.com/office/drawing/2014/main" id="{514CE887-7971-45F6-8215-97CAF0E6DD4C}"/>
              </a:ext>
            </a:extLst>
          </p:cNvPr>
          <p:cNvSpPr>
            <a:spLocks noGrp="1"/>
          </p:cNvSpPr>
          <p:nvPr>
            <p:ph type="sldNum" sz="quarter" idx="12"/>
          </p:nvPr>
        </p:nvSpPr>
        <p:spPr/>
        <p:txBody>
          <a:bodyPr/>
          <a:lstStyle/>
          <a:p>
            <a:fld id="{1B8B90C3-643E-4BC5-A660-7F57AD31A3CC}" type="slidenum">
              <a:rPr lang="en-US" smtClean="0"/>
              <a:t>3</a:t>
            </a:fld>
            <a:endParaRPr lang="en-US"/>
          </a:p>
        </p:txBody>
      </p:sp>
    </p:spTree>
    <p:extLst>
      <p:ext uri="{BB962C8B-B14F-4D97-AF65-F5344CB8AC3E}">
        <p14:creationId xmlns:p14="http://schemas.microsoft.com/office/powerpoint/2010/main" val="24492317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left)">
                                      <p:cBhvr>
                                        <p:cTn id="11" dur="500"/>
                                        <p:tgtEl>
                                          <p:spTgt spid="3">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wipe(left)">
                                      <p:cBhvr>
                                        <p:cTn id="15" dur="500"/>
                                        <p:tgtEl>
                                          <p:spTgt spid="3">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wipe(left)">
                                      <p:cBhvr>
                                        <p:cTn id="19" dur="500"/>
                                        <p:tgtEl>
                                          <p:spTgt spid="3">
                                            <p:txEl>
                                              <p:pRg st="2" end="2"/>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wipe(left)">
                                      <p:cBhvr>
                                        <p:cTn id="23" dur="500"/>
                                        <p:tgtEl>
                                          <p:spTgt spid="3">
                                            <p:txEl>
                                              <p:pRg st="3" end="3"/>
                                            </p:tx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wipe(left)">
                                      <p:cBhvr>
                                        <p:cTn id="31" dur="500"/>
                                        <p:tgtEl>
                                          <p:spTgt spid="3">
                                            <p:txEl>
                                              <p:pRg st="5" end="5"/>
                                            </p:txEl>
                                          </p:spTgt>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wipe(left)">
                                      <p:cBhvr>
                                        <p:cTn id="35" dur="500"/>
                                        <p:tgtEl>
                                          <p:spTgt spid="3">
                                            <p:txEl>
                                              <p:pRg st="6" end="6"/>
                                            </p:txEl>
                                          </p:spTgt>
                                        </p:tgtEl>
                                      </p:cBhvr>
                                    </p:animEffect>
                                  </p:childTnLst>
                                </p:cTn>
                              </p:par>
                            </p:childTnLst>
                          </p:cTn>
                        </p:par>
                        <p:par>
                          <p:cTn id="36" fill="hold">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wipe(left)">
                                      <p:cBhvr>
                                        <p:cTn id="39"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8B9D7-BDDD-48BF-8BB1-EB2B36429121}"/>
              </a:ext>
            </a:extLst>
          </p:cNvPr>
          <p:cNvSpPr>
            <a:spLocks noGrp="1"/>
          </p:cNvSpPr>
          <p:nvPr>
            <p:ph type="title"/>
          </p:nvPr>
        </p:nvSpPr>
        <p:spPr/>
        <p:txBody>
          <a:bodyPr/>
          <a:lstStyle/>
          <a:p>
            <a:r>
              <a:rPr lang="vi-VN" dirty="0"/>
              <a:t>Phần chính</a:t>
            </a:r>
            <a:endParaRPr lang="en-US" dirty="0"/>
          </a:p>
        </p:txBody>
      </p:sp>
      <p:sp>
        <p:nvSpPr>
          <p:cNvPr id="3" name="Content Placeholder 2">
            <a:extLst>
              <a:ext uri="{FF2B5EF4-FFF2-40B4-BE49-F238E27FC236}">
                <a16:creationId xmlns:a16="http://schemas.microsoft.com/office/drawing/2014/main" id="{7C3B957B-B544-4D22-8E1E-2D89DDFB65F4}"/>
              </a:ext>
            </a:extLst>
          </p:cNvPr>
          <p:cNvSpPr>
            <a:spLocks noGrp="1"/>
          </p:cNvSpPr>
          <p:nvPr>
            <p:ph idx="1"/>
          </p:nvPr>
        </p:nvSpPr>
        <p:spPr/>
        <p:txBody>
          <a:bodyPr/>
          <a:lstStyle/>
          <a:p>
            <a:r>
              <a:rPr lang="vi-VN" dirty="0"/>
              <a:t>Phần chính với các nội dung</a:t>
            </a:r>
          </a:p>
          <a:p>
            <a:pPr lvl="1"/>
            <a:r>
              <a:rPr lang="vi-VN" dirty="0"/>
              <a:t>Vấn đề cần giải quyết, yêu cầu công việc</a:t>
            </a:r>
          </a:p>
          <a:p>
            <a:pPr lvl="1"/>
            <a:r>
              <a:rPr lang="vi-VN" dirty="0"/>
              <a:t>Ý tưởng và giải pháp</a:t>
            </a:r>
          </a:p>
          <a:p>
            <a:pPr lvl="1"/>
            <a:r>
              <a:rPr lang="vi-VN" dirty="0">
                <a:solidFill>
                  <a:schemeClr val="accent1"/>
                </a:solidFill>
                <a:hlinkClick r:id="rId2" action="ppaction://hlinksldjump">
                  <a:extLst>
                    <a:ext uri="{A12FA001-AC4F-418D-AE19-62706E023703}">
                      <ahyp:hlinkClr xmlns:ahyp="http://schemas.microsoft.com/office/drawing/2018/hyperlinkcolor" val="tx"/>
                    </a:ext>
                  </a:extLst>
                </a:hlinkClick>
              </a:rPr>
              <a:t>Cung cấp ví dụ để chứng minh</a:t>
            </a:r>
            <a:endParaRPr lang="vi-VN" dirty="0">
              <a:solidFill>
                <a:schemeClr val="accent1"/>
              </a:solidFill>
            </a:endParaRPr>
          </a:p>
          <a:p>
            <a:pPr lvl="1"/>
            <a:r>
              <a:rPr lang="vi-VN" dirty="0"/>
              <a:t>Lợi ích khi áp dụng giải pháp</a:t>
            </a:r>
          </a:p>
          <a:p>
            <a:pPr lvl="1"/>
            <a:r>
              <a:rPr lang="vi-VN" dirty="0"/>
              <a:t>Chương trình hành động/các việc làm cụ thể</a:t>
            </a:r>
            <a:endParaRPr lang="en-US" dirty="0"/>
          </a:p>
        </p:txBody>
      </p:sp>
      <p:sp>
        <p:nvSpPr>
          <p:cNvPr id="4" name="Slide Number Placeholder 3">
            <a:extLst>
              <a:ext uri="{FF2B5EF4-FFF2-40B4-BE49-F238E27FC236}">
                <a16:creationId xmlns:a16="http://schemas.microsoft.com/office/drawing/2014/main" id="{73FF09C6-3AFD-4ACD-8149-0A8C30BBEC58}"/>
              </a:ext>
            </a:extLst>
          </p:cNvPr>
          <p:cNvSpPr>
            <a:spLocks noGrp="1"/>
          </p:cNvSpPr>
          <p:nvPr>
            <p:ph type="sldNum" sz="quarter" idx="12"/>
          </p:nvPr>
        </p:nvSpPr>
        <p:spPr/>
        <p:txBody>
          <a:bodyPr/>
          <a:lstStyle/>
          <a:p>
            <a:fld id="{1B8B90C3-643E-4BC5-A660-7F57AD31A3CC}" type="slidenum">
              <a:rPr lang="en-US" smtClean="0"/>
              <a:t>4</a:t>
            </a:fld>
            <a:endParaRPr lang="en-US"/>
          </a:p>
        </p:txBody>
      </p:sp>
    </p:spTree>
    <p:extLst>
      <p:ext uri="{BB962C8B-B14F-4D97-AF65-F5344CB8AC3E}">
        <p14:creationId xmlns:p14="http://schemas.microsoft.com/office/powerpoint/2010/main" val="41842612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left)">
                                      <p:cBhvr>
                                        <p:cTn id="11" dur="500"/>
                                        <p:tgtEl>
                                          <p:spTgt spid="3">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wipe(left)">
                                      <p:cBhvr>
                                        <p:cTn id="15" dur="500"/>
                                        <p:tgtEl>
                                          <p:spTgt spid="3">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wipe(left)">
                                      <p:cBhvr>
                                        <p:cTn id="19" dur="500"/>
                                        <p:tgtEl>
                                          <p:spTgt spid="3">
                                            <p:txEl>
                                              <p:pRg st="2" end="2"/>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wipe(left)">
                                      <p:cBhvr>
                                        <p:cTn id="23" dur="500"/>
                                        <p:tgtEl>
                                          <p:spTgt spid="3">
                                            <p:txEl>
                                              <p:pRg st="3" end="3"/>
                                            </p:tx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wipe(left)">
                                      <p:cBhvr>
                                        <p:cTn id="3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2F507-3F69-41CF-A91A-06DCA1A4902B}"/>
              </a:ext>
            </a:extLst>
          </p:cNvPr>
          <p:cNvSpPr>
            <a:spLocks noGrp="1"/>
          </p:cNvSpPr>
          <p:nvPr>
            <p:ph type="title"/>
          </p:nvPr>
        </p:nvSpPr>
        <p:spPr/>
        <p:txBody>
          <a:bodyPr/>
          <a:lstStyle/>
          <a:p>
            <a:r>
              <a:rPr lang="vi-VN" dirty="0"/>
              <a:t>Phần kết</a:t>
            </a:r>
            <a:endParaRPr lang="en-US" dirty="0"/>
          </a:p>
        </p:txBody>
      </p:sp>
      <p:sp>
        <p:nvSpPr>
          <p:cNvPr id="3" name="Content Placeholder 2">
            <a:extLst>
              <a:ext uri="{FF2B5EF4-FFF2-40B4-BE49-F238E27FC236}">
                <a16:creationId xmlns:a16="http://schemas.microsoft.com/office/drawing/2014/main" id="{B253A8DB-1E41-4C93-BA35-CC20084E41EA}"/>
              </a:ext>
            </a:extLst>
          </p:cNvPr>
          <p:cNvSpPr>
            <a:spLocks noGrp="1"/>
          </p:cNvSpPr>
          <p:nvPr>
            <p:ph idx="1"/>
          </p:nvPr>
        </p:nvSpPr>
        <p:spPr/>
        <p:txBody>
          <a:bodyPr/>
          <a:lstStyle/>
          <a:p>
            <a:r>
              <a:rPr lang="vi-VN" dirty="0"/>
              <a:t>Tóm tắt</a:t>
            </a:r>
          </a:p>
          <a:p>
            <a:r>
              <a:rPr lang="vi-VN" dirty="0"/>
              <a:t>Kết luận cuối cùng</a:t>
            </a:r>
          </a:p>
          <a:p>
            <a:pPr lvl="1"/>
            <a:r>
              <a:rPr lang="vi-VN" dirty="0"/>
              <a:t>Liệu còn điều gì bạn muốn người nghe ghi nhớ?</a:t>
            </a:r>
            <a:endParaRPr lang="en-US" dirty="0"/>
          </a:p>
        </p:txBody>
      </p:sp>
      <p:sp>
        <p:nvSpPr>
          <p:cNvPr id="4" name="Slide Number Placeholder 3">
            <a:extLst>
              <a:ext uri="{FF2B5EF4-FFF2-40B4-BE49-F238E27FC236}">
                <a16:creationId xmlns:a16="http://schemas.microsoft.com/office/drawing/2014/main" id="{09812A67-50AF-44D6-ABDA-024F37530ED8}"/>
              </a:ext>
            </a:extLst>
          </p:cNvPr>
          <p:cNvSpPr>
            <a:spLocks noGrp="1"/>
          </p:cNvSpPr>
          <p:nvPr>
            <p:ph type="sldNum" sz="quarter" idx="12"/>
          </p:nvPr>
        </p:nvSpPr>
        <p:spPr/>
        <p:txBody>
          <a:bodyPr/>
          <a:lstStyle/>
          <a:p>
            <a:fld id="{1B8B90C3-643E-4BC5-A660-7F57AD31A3CC}" type="slidenum">
              <a:rPr lang="en-US" smtClean="0"/>
              <a:t>5</a:t>
            </a:fld>
            <a:endParaRPr lang="en-US"/>
          </a:p>
        </p:txBody>
      </p:sp>
    </p:spTree>
    <p:extLst>
      <p:ext uri="{BB962C8B-B14F-4D97-AF65-F5344CB8AC3E}">
        <p14:creationId xmlns:p14="http://schemas.microsoft.com/office/powerpoint/2010/main" val="20050563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left)">
                                      <p:cBhvr>
                                        <p:cTn id="11" dur="500"/>
                                        <p:tgtEl>
                                          <p:spTgt spid="3">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wipe(left)">
                                      <p:cBhvr>
                                        <p:cTn id="15" dur="500"/>
                                        <p:tgtEl>
                                          <p:spTgt spid="3">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wipe(left)">
                                      <p:cBhvr>
                                        <p:cTn id="19"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9777F1-555C-4383-B1F4-06FD3FD01D5E}"/>
              </a:ext>
            </a:extLst>
          </p:cNvPr>
          <p:cNvSpPr>
            <a:spLocks noGrp="1"/>
          </p:cNvSpPr>
          <p:nvPr>
            <p:ph type="title"/>
          </p:nvPr>
        </p:nvSpPr>
        <p:spPr>
          <a:xfrm>
            <a:off x="3187861" y="2766218"/>
            <a:ext cx="10515600" cy="1325563"/>
          </a:xfrm>
        </p:spPr>
        <p:txBody>
          <a:bodyPr/>
          <a:lstStyle/>
          <a:p>
            <a:r>
              <a:rPr lang="vi-VN" dirty="0"/>
              <a:t>Cảm ơn sự chú ý của quý vị</a:t>
            </a:r>
            <a:endParaRPr lang="en-US" dirty="0"/>
          </a:p>
        </p:txBody>
      </p:sp>
      <p:sp>
        <p:nvSpPr>
          <p:cNvPr id="5" name="Slide Number Placeholder 4">
            <a:extLst>
              <a:ext uri="{FF2B5EF4-FFF2-40B4-BE49-F238E27FC236}">
                <a16:creationId xmlns:a16="http://schemas.microsoft.com/office/drawing/2014/main" id="{F031A946-DFC4-47AC-A04D-31F3FC4CF3F2}"/>
              </a:ext>
            </a:extLst>
          </p:cNvPr>
          <p:cNvSpPr>
            <a:spLocks noGrp="1"/>
          </p:cNvSpPr>
          <p:nvPr>
            <p:ph type="sldNum" sz="quarter" idx="12"/>
          </p:nvPr>
        </p:nvSpPr>
        <p:spPr/>
        <p:txBody>
          <a:bodyPr/>
          <a:lstStyle/>
          <a:p>
            <a:fld id="{1B8B90C3-643E-4BC5-A660-7F57AD31A3CC}" type="slidenum">
              <a:rPr lang="en-US" smtClean="0"/>
              <a:t>6</a:t>
            </a:fld>
            <a:endParaRPr lang="en-US"/>
          </a:p>
        </p:txBody>
      </p:sp>
    </p:spTree>
    <p:extLst>
      <p:ext uri="{BB962C8B-B14F-4D97-AF65-F5344CB8AC3E}">
        <p14:creationId xmlns:p14="http://schemas.microsoft.com/office/powerpoint/2010/main" val="30928216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A58049-68EF-4797-BE0C-46A731EEB270}"/>
              </a:ext>
            </a:extLst>
          </p:cNvPr>
          <p:cNvSpPr>
            <a:spLocks noGrp="1"/>
          </p:cNvSpPr>
          <p:nvPr>
            <p:ph type="title"/>
          </p:nvPr>
        </p:nvSpPr>
        <p:spPr>
          <a:xfrm>
            <a:off x="838199" y="356247"/>
            <a:ext cx="10898529" cy="1325563"/>
          </a:xfrm>
        </p:spPr>
        <p:txBody>
          <a:bodyPr/>
          <a:lstStyle/>
          <a:p>
            <a:r>
              <a:rPr lang="vi-VN" dirty="0"/>
              <a:t>Ví dụ: sử dụng một đoạn trích dẫn khi giới thiệu</a:t>
            </a:r>
            <a:endParaRPr lang="en-US" dirty="0"/>
          </a:p>
        </p:txBody>
      </p:sp>
      <p:sp>
        <p:nvSpPr>
          <p:cNvPr id="4" name="Content Placeholder 3">
            <a:extLst>
              <a:ext uri="{FF2B5EF4-FFF2-40B4-BE49-F238E27FC236}">
                <a16:creationId xmlns:a16="http://schemas.microsoft.com/office/drawing/2014/main" id="{B234F8AF-A64B-4BDA-A443-8298EB17296C}"/>
              </a:ext>
            </a:extLst>
          </p:cNvPr>
          <p:cNvSpPr>
            <a:spLocks noGrp="1"/>
          </p:cNvSpPr>
          <p:nvPr>
            <p:ph idx="1"/>
          </p:nvPr>
        </p:nvSpPr>
        <p:spPr/>
        <p:txBody>
          <a:bodyPr/>
          <a:lstStyle/>
          <a:p>
            <a:r>
              <a:rPr lang="vi-VN" dirty="0"/>
              <a:t>Ví dụ: Ta có thể phát biểu trích dẫn lợi ích khi học ngành công nghệ thông tin“Hàng năm, công nghệ mới luôn được phát triển và thể hiện tầm quan trọng của nó đối với cuộc sống. Các doanh nghiệp cũng thay đổi theo hướng cập nhật công nghệ thông tin và yêu cầu sự thay đổi về nhân sự giỏi công nghệ. Ngành học CNTT được coi là lĩnh vực ngày một phát triển và trở nên hữu ích cho các bạn muốn xây dựng sự nghiệp với ngành này. Vậy những lợi ích khi học ngành CNTT là gì?”</a:t>
            </a:r>
            <a:endParaRPr lang="en-US" dirty="0"/>
          </a:p>
        </p:txBody>
      </p:sp>
      <p:sp>
        <p:nvSpPr>
          <p:cNvPr id="7" name="Arrow: Circular 6">
            <a:hlinkClick r:id="rId2" action="ppaction://hlinksldjump"/>
            <a:extLst>
              <a:ext uri="{FF2B5EF4-FFF2-40B4-BE49-F238E27FC236}">
                <a16:creationId xmlns:a16="http://schemas.microsoft.com/office/drawing/2014/main" id="{41801755-FBE3-41C4-B344-AB062222AFCA}"/>
              </a:ext>
            </a:extLst>
          </p:cNvPr>
          <p:cNvSpPr/>
          <p:nvPr/>
        </p:nvSpPr>
        <p:spPr>
          <a:xfrm rot="21283907" flipV="1">
            <a:off x="5750688" y="5667218"/>
            <a:ext cx="690623" cy="846110"/>
          </a:xfrm>
          <a:prstGeom prst="circular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Slide Number Placeholder 7">
            <a:extLst>
              <a:ext uri="{FF2B5EF4-FFF2-40B4-BE49-F238E27FC236}">
                <a16:creationId xmlns:a16="http://schemas.microsoft.com/office/drawing/2014/main" id="{BED60278-7391-4020-9CE1-64E4DBCAB656}"/>
              </a:ext>
            </a:extLst>
          </p:cNvPr>
          <p:cNvSpPr>
            <a:spLocks noGrp="1"/>
          </p:cNvSpPr>
          <p:nvPr>
            <p:ph type="sldNum" sz="quarter" idx="12"/>
          </p:nvPr>
        </p:nvSpPr>
        <p:spPr/>
        <p:txBody>
          <a:bodyPr/>
          <a:lstStyle/>
          <a:p>
            <a:fld id="{1B8B90C3-643E-4BC5-A660-7F57AD31A3CC}" type="slidenum">
              <a:rPr lang="en-US" smtClean="0"/>
              <a:t>7</a:t>
            </a:fld>
            <a:endParaRPr lang="en-US"/>
          </a:p>
        </p:txBody>
      </p:sp>
    </p:spTree>
    <p:extLst>
      <p:ext uri="{BB962C8B-B14F-4D97-AF65-F5344CB8AC3E}">
        <p14:creationId xmlns:p14="http://schemas.microsoft.com/office/powerpoint/2010/main" val="2052627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Effect transition="in" filter="wipe(left)">
                                      <p:cBhvr>
                                        <p:cTn id="11" dur="500"/>
                                        <p:tgtEl>
                                          <p:spTgt spid="4">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uild="p"/>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1B49A-EAB2-4A68-804F-E22B069A79F2}"/>
              </a:ext>
            </a:extLst>
          </p:cNvPr>
          <p:cNvSpPr>
            <a:spLocks noGrp="1"/>
          </p:cNvSpPr>
          <p:nvPr>
            <p:ph type="title"/>
          </p:nvPr>
        </p:nvSpPr>
        <p:spPr/>
        <p:txBody>
          <a:bodyPr/>
          <a:lstStyle/>
          <a:p>
            <a:r>
              <a:rPr lang="vi-VN" dirty="0"/>
              <a:t>Ví dụ minh chứng về một vấn đề</a:t>
            </a:r>
            <a:endParaRPr lang="en-US" dirty="0"/>
          </a:p>
        </p:txBody>
      </p:sp>
      <p:sp>
        <p:nvSpPr>
          <p:cNvPr id="3" name="Content Placeholder 2">
            <a:extLst>
              <a:ext uri="{FF2B5EF4-FFF2-40B4-BE49-F238E27FC236}">
                <a16:creationId xmlns:a16="http://schemas.microsoft.com/office/drawing/2014/main" id="{14B81CB9-308C-4B79-B8F5-72FA47D2C28A}"/>
              </a:ext>
            </a:extLst>
          </p:cNvPr>
          <p:cNvSpPr>
            <a:spLocks noGrp="1"/>
          </p:cNvSpPr>
          <p:nvPr>
            <p:ph idx="1"/>
          </p:nvPr>
        </p:nvSpPr>
        <p:spPr/>
        <p:txBody>
          <a:bodyPr/>
          <a:lstStyle/>
          <a:p>
            <a:r>
              <a:rPr lang="vi-VN" dirty="0"/>
              <a:t>Bảng thống kê kết quả tuyển sinh </a:t>
            </a:r>
            <a:endParaRPr lang="en-US" dirty="0"/>
          </a:p>
        </p:txBody>
      </p:sp>
      <p:graphicFrame>
        <p:nvGraphicFramePr>
          <p:cNvPr id="17" name="Table 17">
            <a:extLst>
              <a:ext uri="{FF2B5EF4-FFF2-40B4-BE49-F238E27FC236}">
                <a16:creationId xmlns:a16="http://schemas.microsoft.com/office/drawing/2014/main" id="{DB673159-5090-4511-81A2-92F49D85596D}"/>
              </a:ext>
            </a:extLst>
          </p:cNvPr>
          <p:cNvGraphicFramePr>
            <a:graphicFrameLocks noGrp="1"/>
          </p:cNvGraphicFramePr>
          <p:nvPr>
            <p:extLst>
              <p:ext uri="{D42A27DB-BD31-4B8C-83A1-F6EECF244321}">
                <p14:modId xmlns:p14="http://schemas.microsoft.com/office/powerpoint/2010/main" val="4199534079"/>
              </p:ext>
            </p:extLst>
          </p:nvPr>
        </p:nvGraphicFramePr>
        <p:xfrm>
          <a:off x="1136248" y="2519363"/>
          <a:ext cx="9664862" cy="3982390"/>
        </p:xfrm>
        <a:graphic>
          <a:graphicData uri="http://schemas.openxmlformats.org/drawingml/2006/table">
            <a:tbl>
              <a:tblPr firstRow="1" bandRow="1">
                <a:tableStyleId>{5940675A-B579-460E-94D1-54222C63F5DA}</a:tableStyleId>
              </a:tblPr>
              <a:tblGrid>
                <a:gridCol w="6364147">
                  <a:extLst>
                    <a:ext uri="{9D8B030D-6E8A-4147-A177-3AD203B41FA5}">
                      <a16:colId xmlns:a16="http://schemas.microsoft.com/office/drawing/2014/main" val="206948156"/>
                    </a:ext>
                  </a:extLst>
                </a:gridCol>
                <a:gridCol w="3300715">
                  <a:extLst>
                    <a:ext uri="{9D8B030D-6E8A-4147-A177-3AD203B41FA5}">
                      <a16:colId xmlns:a16="http://schemas.microsoft.com/office/drawing/2014/main" val="4076754007"/>
                    </a:ext>
                  </a:extLst>
                </a:gridCol>
              </a:tblGrid>
              <a:tr h="398239">
                <a:tc>
                  <a:txBody>
                    <a:bodyPr/>
                    <a:lstStyle/>
                    <a:p>
                      <a:r>
                        <a:rPr lang="vi-VN" dirty="0"/>
                        <a:t>Tên ngành/chuyên ngành</a:t>
                      </a:r>
                      <a:endParaRPr lang="en-US" dirty="0"/>
                    </a:p>
                  </a:txBody>
                  <a:tcPr/>
                </a:tc>
                <a:tc>
                  <a:txBody>
                    <a:bodyPr/>
                    <a:lstStyle/>
                    <a:p>
                      <a:pPr algn="r"/>
                      <a:r>
                        <a:rPr lang="vi-VN" dirty="0"/>
                        <a:t>Số lượng tuyển sinh</a:t>
                      </a:r>
                      <a:endParaRPr lang="en-US" dirty="0"/>
                    </a:p>
                  </a:txBody>
                  <a:tcPr/>
                </a:tc>
                <a:extLst>
                  <a:ext uri="{0D108BD9-81ED-4DB2-BD59-A6C34878D82A}">
                    <a16:rowId xmlns:a16="http://schemas.microsoft.com/office/drawing/2014/main" val="627311953"/>
                  </a:ext>
                </a:extLst>
              </a:tr>
              <a:tr h="398239">
                <a:tc>
                  <a:txBody>
                    <a:bodyPr/>
                    <a:lstStyle/>
                    <a:p>
                      <a:r>
                        <a:rPr lang="vi-VN" dirty="0"/>
                        <a:t>Công nghệ thông tin</a:t>
                      </a:r>
                      <a:endParaRPr lang="en-US" dirty="0"/>
                    </a:p>
                  </a:txBody>
                  <a:tcPr/>
                </a:tc>
                <a:tc>
                  <a:txBody>
                    <a:bodyPr/>
                    <a:lstStyle/>
                    <a:p>
                      <a:pPr algn="r"/>
                      <a:r>
                        <a:rPr lang="vi-VN" dirty="0"/>
                        <a:t>272</a:t>
                      </a:r>
                    </a:p>
                  </a:txBody>
                  <a:tcPr/>
                </a:tc>
                <a:extLst>
                  <a:ext uri="{0D108BD9-81ED-4DB2-BD59-A6C34878D82A}">
                    <a16:rowId xmlns:a16="http://schemas.microsoft.com/office/drawing/2014/main" val="2732756401"/>
                  </a:ext>
                </a:extLst>
              </a:tr>
              <a:tr h="3982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Công nghệ thông tin - CLC</a:t>
                      </a:r>
                      <a:endParaRPr lang="en-US" dirty="0"/>
                    </a:p>
                  </a:txBody>
                  <a:tcPr/>
                </a:tc>
                <a:tc>
                  <a:txBody>
                    <a:bodyPr/>
                    <a:lstStyle/>
                    <a:p>
                      <a:pPr algn="r"/>
                      <a:r>
                        <a:rPr lang="vi-VN" dirty="0"/>
                        <a:t>144</a:t>
                      </a:r>
                      <a:endParaRPr lang="en-US" dirty="0"/>
                    </a:p>
                  </a:txBody>
                  <a:tcPr/>
                </a:tc>
                <a:extLst>
                  <a:ext uri="{0D108BD9-81ED-4DB2-BD59-A6C34878D82A}">
                    <a16:rowId xmlns:a16="http://schemas.microsoft.com/office/drawing/2014/main" val="1975874328"/>
                  </a:ext>
                </a:extLst>
              </a:tr>
              <a:tr h="3982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Công nghệ thông tin - HA</a:t>
                      </a:r>
                      <a:endParaRPr lang="en-US" dirty="0"/>
                    </a:p>
                  </a:txBody>
                  <a:tcPr/>
                </a:tc>
                <a:tc>
                  <a:txBody>
                    <a:bodyPr/>
                    <a:lstStyle/>
                    <a:p>
                      <a:pPr algn="r"/>
                      <a:r>
                        <a:rPr lang="vi-VN" dirty="0"/>
                        <a:t>75 </a:t>
                      </a:r>
                      <a:endParaRPr lang="en-US" dirty="0"/>
                    </a:p>
                  </a:txBody>
                  <a:tcPr/>
                </a:tc>
                <a:extLst>
                  <a:ext uri="{0D108BD9-81ED-4DB2-BD59-A6C34878D82A}">
                    <a16:rowId xmlns:a16="http://schemas.microsoft.com/office/drawing/2014/main" val="272405471"/>
                  </a:ext>
                </a:extLst>
              </a:tr>
              <a:tr h="398239">
                <a:tc>
                  <a:txBody>
                    <a:bodyPr/>
                    <a:lstStyle/>
                    <a:p>
                      <a:r>
                        <a:rPr lang="vi-VN" dirty="0"/>
                        <a:t>Mạng máy tính và truyền thông dữ liệu</a:t>
                      </a:r>
                      <a:endParaRPr lang="en-US" dirty="0"/>
                    </a:p>
                  </a:txBody>
                  <a:tcPr/>
                </a:tc>
                <a:tc>
                  <a:txBody>
                    <a:bodyPr/>
                    <a:lstStyle/>
                    <a:p>
                      <a:pPr algn="r"/>
                      <a:r>
                        <a:rPr lang="vi-VN" dirty="0"/>
                        <a:t>149</a:t>
                      </a:r>
                      <a:endParaRPr lang="en-US" dirty="0"/>
                    </a:p>
                  </a:txBody>
                  <a:tcPr/>
                </a:tc>
                <a:extLst>
                  <a:ext uri="{0D108BD9-81ED-4DB2-BD59-A6C34878D82A}">
                    <a16:rowId xmlns:a16="http://schemas.microsoft.com/office/drawing/2014/main" val="760923149"/>
                  </a:ext>
                </a:extLst>
              </a:tr>
              <a:tr h="398239">
                <a:tc>
                  <a:txBody>
                    <a:bodyPr/>
                    <a:lstStyle/>
                    <a:p>
                      <a:r>
                        <a:rPr lang="vi-VN" dirty="0"/>
                        <a:t>Kỹ thuật phần mềm</a:t>
                      </a:r>
                      <a:endParaRPr lang="en-US" dirty="0"/>
                    </a:p>
                  </a:txBody>
                  <a:tcPr/>
                </a:tc>
                <a:tc>
                  <a:txBody>
                    <a:bodyPr/>
                    <a:lstStyle/>
                    <a:p>
                      <a:pPr algn="r"/>
                      <a:r>
                        <a:rPr lang="vi-VN" dirty="0"/>
                        <a:t>266</a:t>
                      </a:r>
                      <a:endParaRPr lang="en-US" dirty="0"/>
                    </a:p>
                  </a:txBody>
                  <a:tcPr/>
                </a:tc>
                <a:extLst>
                  <a:ext uri="{0D108BD9-81ED-4DB2-BD59-A6C34878D82A}">
                    <a16:rowId xmlns:a16="http://schemas.microsoft.com/office/drawing/2014/main" val="3470541067"/>
                  </a:ext>
                </a:extLst>
              </a:tr>
              <a:tr h="398239">
                <a:tc>
                  <a:txBody>
                    <a:bodyPr/>
                    <a:lstStyle/>
                    <a:p>
                      <a:r>
                        <a:rPr lang="vi-VN" dirty="0"/>
                        <a:t>Hệ thông thông tin</a:t>
                      </a:r>
                      <a:endParaRPr lang="en-US" dirty="0"/>
                    </a:p>
                  </a:txBody>
                  <a:tcPr/>
                </a:tc>
                <a:tc>
                  <a:txBody>
                    <a:bodyPr/>
                    <a:lstStyle/>
                    <a:p>
                      <a:pPr algn="r"/>
                      <a:r>
                        <a:rPr lang="vi-VN" dirty="0"/>
                        <a:t>135</a:t>
                      </a:r>
                      <a:endParaRPr lang="en-US" dirty="0"/>
                    </a:p>
                  </a:txBody>
                  <a:tcPr/>
                </a:tc>
                <a:extLst>
                  <a:ext uri="{0D108BD9-81ED-4DB2-BD59-A6C34878D82A}">
                    <a16:rowId xmlns:a16="http://schemas.microsoft.com/office/drawing/2014/main" val="594312861"/>
                  </a:ext>
                </a:extLst>
              </a:tr>
              <a:tr h="398239">
                <a:tc>
                  <a:txBody>
                    <a:bodyPr/>
                    <a:lstStyle/>
                    <a:p>
                      <a:r>
                        <a:rPr lang="vi-VN" dirty="0"/>
                        <a:t>Khoa học máy tính</a:t>
                      </a:r>
                      <a:endParaRPr lang="en-US" dirty="0"/>
                    </a:p>
                  </a:txBody>
                  <a:tcPr/>
                </a:tc>
                <a:tc>
                  <a:txBody>
                    <a:bodyPr/>
                    <a:lstStyle/>
                    <a:p>
                      <a:pPr algn="r"/>
                      <a:r>
                        <a:rPr lang="vi-VN" dirty="0"/>
                        <a:t>178</a:t>
                      </a:r>
                      <a:endParaRPr lang="en-US" dirty="0"/>
                    </a:p>
                  </a:txBody>
                  <a:tcPr/>
                </a:tc>
                <a:extLst>
                  <a:ext uri="{0D108BD9-81ED-4DB2-BD59-A6C34878D82A}">
                    <a16:rowId xmlns:a16="http://schemas.microsoft.com/office/drawing/2014/main" val="3554666940"/>
                  </a:ext>
                </a:extLst>
              </a:tr>
              <a:tr h="398239">
                <a:tc>
                  <a:txBody>
                    <a:bodyPr/>
                    <a:lstStyle/>
                    <a:p>
                      <a:r>
                        <a:rPr lang="vi-VN" dirty="0"/>
                        <a:t>Tin học Ứng dụng</a:t>
                      </a:r>
                      <a:endParaRPr lang="en-US" dirty="0"/>
                    </a:p>
                  </a:txBody>
                  <a:tcPr/>
                </a:tc>
                <a:tc>
                  <a:txBody>
                    <a:bodyPr/>
                    <a:lstStyle/>
                    <a:p>
                      <a:pPr algn="r"/>
                      <a:r>
                        <a:rPr lang="vi-VN" dirty="0"/>
                        <a:t>32</a:t>
                      </a:r>
                      <a:endParaRPr lang="en-US" dirty="0"/>
                    </a:p>
                  </a:txBody>
                  <a:tcPr/>
                </a:tc>
                <a:extLst>
                  <a:ext uri="{0D108BD9-81ED-4DB2-BD59-A6C34878D82A}">
                    <a16:rowId xmlns:a16="http://schemas.microsoft.com/office/drawing/2014/main" val="3164733730"/>
                  </a:ext>
                </a:extLst>
              </a:tr>
              <a:tr h="398239">
                <a:tc>
                  <a:txBody>
                    <a:bodyPr/>
                    <a:lstStyle/>
                    <a:p>
                      <a:r>
                        <a:rPr lang="vi-VN" dirty="0"/>
                        <a:t>Tổng</a:t>
                      </a:r>
                      <a:endParaRPr lang="en-US" dirty="0"/>
                    </a:p>
                  </a:txBody>
                  <a:tcPr/>
                </a:tc>
                <a:tc>
                  <a:txBody>
                    <a:bodyPr/>
                    <a:lstStyle/>
                    <a:p>
                      <a:pPr algn="r"/>
                      <a:r>
                        <a:rPr lang="vi-VN" dirty="0"/>
                        <a:t>1251</a:t>
                      </a:r>
                      <a:endParaRPr lang="en-US" dirty="0"/>
                    </a:p>
                  </a:txBody>
                  <a:tcPr/>
                </a:tc>
                <a:extLst>
                  <a:ext uri="{0D108BD9-81ED-4DB2-BD59-A6C34878D82A}">
                    <a16:rowId xmlns:a16="http://schemas.microsoft.com/office/drawing/2014/main" val="2164838799"/>
                  </a:ext>
                </a:extLst>
              </a:tr>
            </a:tbl>
          </a:graphicData>
        </a:graphic>
      </p:graphicFrame>
      <p:sp>
        <p:nvSpPr>
          <p:cNvPr id="18" name="Slide Number Placeholder 17">
            <a:extLst>
              <a:ext uri="{FF2B5EF4-FFF2-40B4-BE49-F238E27FC236}">
                <a16:creationId xmlns:a16="http://schemas.microsoft.com/office/drawing/2014/main" id="{C578740D-9585-47C0-9B87-B43BF1F3CE16}"/>
              </a:ext>
            </a:extLst>
          </p:cNvPr>
          <p:cNvSpPr>
            <a:spLocks noGrp="1"/>
          </p:cNvSpPr>
          <p:nvPr>
            <p:ph type="sldNum" sz="quarter" idx="12"/>
          </p:nvPr>
        </p:nvSpPr>
        <p:spPr/>
        <p:txBody>
          <a:bodyPr/>
          <a:lstStyle/>
          <a:p>
            <a:fld id="{1B8B90C3-643E-4BC5-A660-7F57AD31A3CC}" type="slidenum">
              <a:rPr lang="en-US" smtClean="0"/>
              <a:t>8</a:t>
            </a:fld>
            <a:endParaRPr lang="en-US"/>
          </a:p>
        </p:txBody>
      </p:sp>
      <p:pic>
        <p:nvPicPr>
          <p:cNvPr id="19" name="Picture 18">
            <a:hlinkClick r:id="rId2" action="ppaction://hlinksldjump"/>
            <a:extLst>
              <a:ext uri="{FF2B5EF4-FFF2-40B4-BE49-F238E27FC236}">
                <a16:creationId xmlns:a16="http://schemas.microsoft.com/office/drawing/2014/main" id="{3E50031C-C8D4-43FF-B329-99EEB576C352}"/>
              </a:ext>
            </a:extLst>
          </p:cNvPr>
          <p:cNvPicPr>
            <a:picLocks noChangeAspect="1"/>
          </p:cNvPicPr>
          <p:nvPr/>
        </p:nvPicPr>
        <p:blipFill>
          <a:blip r:embed="rId3"/>
          <a:stretch>
            <a:fillRect/>
          </a:stretch>
        </p:blipFill>
        <p:spPr>
          <a:xfrm>
            <a:off x="9464590" y="1510978"/>
            <a:ext cx="670618" cy="426757"/>
          </a:xfrm>
          <a:prstGeom prst="rect">
            <a:avLst/>
          </a:prstGeom>
        </p:spPr>
      </p:pic>
    </p:spTree>
    <p:extLst>
      <p:ext uri="{BB962C8B-B14F-4D97-AF65-F5344CB8AC3E}">
        <p14:creationId xmlns:p14="http://schemas.microsoft.com/office/powerpoint/2010/main" val="37224458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left)">
                                      <p:cBhvr>
                                        <p:cTn id="11" dur="500"/>
                                        <p:tgtEl>
                                          <p:spTgt spid="3">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left)">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wipe(left)">
                                      <p:cBhvr>
                                        <p:cTn id="2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161</TotalTime>
  <Words>374</Words>
  <Application>Microsoft Office PowerPoint</Application>
  <PresentationFormat>Widescreen</PresentationFormat>
  <Paragraphs>63</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Times New Roman</vt:lpstr>
      <vt:lpstr>Wingdings</vt:lpstr>
      <vt:lpstr>Office Theme</vt:lpstr>
      <vt:lpstr>BỐ CỤC MỘT BÀI THUYẾT TRÌNH</vt:lpstr>
      <vt:lpstr>Giới thiệu</vt:lpstr>
      <vt:lpstr>Phần mở đầu</vt:lpstr>
      <vt:lpstr>Phần chính</vt:lpstr>
      <vt:lpstr>Phần kết</vt:lpstr>
      <vt:lpstr>Cảm ơn sự chú ý của quý vị</vt:lpstr>
      <vt:lpstr>Ví dụ: sử dụng một đoạn trích dẫn khi giới thiệu</vt:lpstr>
      <vt:lpstr>Ví dụ minh chứng về một vấn đề</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BỐ CỤC MỘT BÀI THUYẾT TRÌNH</dc:title>
  <dc:creator>Huynh Thanh Nha Quyen HS</dc:creator>
  <cp:lastModifiedBy>Huynh Thanh Nha Quyen HS</cp:lastModifiedBy>
  <cp:revision>1</cp:revision>
  <dcterms:created xsi:type="dcterms:W3CDTF">2026-02-04T18:36:42Z</dcterms:created>
  <dcterms:modified xsi:type="dcterms:W3CDTF">2026-02-04T21:18:01Z</dcterms:modified>
</cp:coreProperties>
</file>